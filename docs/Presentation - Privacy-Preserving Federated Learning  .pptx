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fntdata" ContentType="application/x-fontdata"/>
  <Default Extension="bmp" ContentType="image/bmp"/>
  <Default Extension="jpeg" ContentType="image/jpeg"/>
  <Default Extension="png" ContentType="image/png"/>
  <Default Extension="gif" ContentType="image/gif"/>
  <Default Extension="tif" ContentType="image/tif"/>
  <Default Extension="emf" ContentType="image/x-emf"/>
  <Default Extension="wmf" ContentType="image/x-wmf"/>
  <Default Extension="pct" ContentType="image/pct"/>
  <Default Extension="pcx" ContentType="image/pcx"/>
  <Default Extension="tga" ContentType="image/tga"/>
  <Default Extension="svg" ContentType="image/svg+xml"/>
  <Default Extension="avi" ContentType="video/avi"/>
  <Default Extension="wmv" ContentType="video/wmv"/>
  <Default Extension="mpg" ContentType="video/mpeg"/>
  <Default Extension="mpeg" ContentType="video/mpeg"/>
  <Default Extension="mp2" ContentType="video/mpeg"/>
  <Default Extension="mp4" ContentType="video/mpeg"/>
  <Default Extension="wma" ContentType="audio/x-ms-wma"/>
  <Default Extension="mid" ContentType="audio/unknown"/>
  <Default Extension="midi" ContentType="audio/unknown"/>
  <Default Extension="rmi" ContentType="audio/unknown"/>
  <Default Extension="mp3" ContentType="audio/unknown"/>
  <Default Extension="wav" ContentType="audio/wav"/>
  <Default Extension="bin" ContentType="application/vnd.openxmlformats-officedocument.oleObjec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</Types>
</file>

<file path=_rels/.rels><?xml version="1.0" encoding="UTF-8" standalone="yes" 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embedTrueTypeFonts="1" saveSubsetFonts="0">
  <p:sldMasterIdLst>
    <p:sldMasterId id="2147483648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6858000" cy="9144000"/>
  <p:embeddedFontLst>
    <p:embeddedFont>
      <p:font typeface="ITC Avant Garde Gothic" pitchFamily="0" charset="0"/>
      <p:regular r:id="rId25"/>
      <p:bold r:id="rId26"/>
      <p:italic r:id="rId27"/>
      <p:boldItalic r:id="rId28"/>
    </p:embeddedFont>
    <p:embeddedFont>
      <p:font typeface="TT Fors" pitchFamily="0" charset="0"/>
      <p:regular r:id="rId29"/>
      <p:bold r:id="rId30"/>
    </p:embeddedFont>
    <p:embeddedFont>
      <p:font typeface="TT Fors Bold" pitchFamily="0" charset="0"/>
      <p:regular r:id="rId31"/>
      <p:bold r:id="rId32"/>
      <p:italic r:id="rId33"/>
      <p:boldItalic r:id="rId34"/>
    </p:embeddedFont>
  </p:embeddedFontLst>
  <p:defaultTextStyle>
    <a:lvl1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en-us"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1pPr>
    <a:lvl2pPr marL="4572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en-us"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2pPr>
    <a:lvl3pPr marL="9144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en-us"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3pPr>
    <a:lvl4pPr marL="13716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en-us"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4pPr>
    <a:lvl5pPr marL="18288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en-us"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5pPr>
    <a:lvl6pPr marL="22860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en-us"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6pPr>
    <a:lvl7pPr marL="27432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en-us"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7pPr>
    <a:lvl8pPr marL="32004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en-us"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8pPr>
    <a:lvl9pPr marL="36576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en-us"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9pPr>
  </p:defaultTextStyle>
</p:presentation>
</file>

<file path=ppt/presProps.xml><?xml version="1.0" encoding="utf-8"?>
<p:presentationPr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showPr showNarration="1">
    <p:penClr>
      <a:srgbClr val="0000FF"/>
    </p:penClr>
  </p:showPr>
  <p:extLst>
    <p:ext uri="smNativeData">
      <pr:smAppRevision xmlns:pr="smNativeData" xmlns="smNativeData" dt="1767856886" val="1222" rev64="64" revOS="3"/>
      <pr:smFileRevision xmlns:pr="smNativeData" xmlns="smNativeData" dt="1767856886" val="101"/>
      <pr:guideOptions xmlns:pr="smNativeData" xmlns="smNativeData" dt="1767856886" snapToGrid="1" snapToBorders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slideViewPr>
    <p:cSldViewPr>
      <p:cViewPr varScale="1">
        <p:scale>
          <a:sx n="39" d="100"/>
          <a:sy n="39" d="100"/>
        </p:scale>
        <p:origin x="716" y="327"/>
      </p:cViewPr>
      <p:guideLst x="0" y="0"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sorterViewPr>
    <p:cViewPr>
      <p:scale>
        <a:sx n="9" d="100"/>
        <a:sy n="9" d="100"/>
      </p:scale>
      <p:origin x="0" y="0"/>
    </p:cViewPr>
  </p:sorterViewPr>
  <p:notesViewPr>
    <p:cSldViewPr>
      <p:cViewPr>
        <p:scale>
          <a:sx n="39" d="100"/>
          <a:sy n="39" d="100"/>
        </p:scale>
        <p:origin x="716" y="327"/>
      </p:cViewPr>
    </p:cSldViewPr>
  </p:notesViewPr>
  <p:gridSpacing cx="78028800" cy="78028800"/>
</p:viewPr>
</file>

<file path=ppt/_rels/presentation.xml.rels><?xml version="1.0" encoding="UTF-8" standalone="yes" 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tableStyles" Target="tableStyles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font" Target="fonts/font1.fntdata"/><Relationship Id="rId26" Type="http://schemas.openxmlformats.org/officeDocument/2006/relationships/font" Target="fonts/font2.fntdata"/><Relationship Id="rId27" Type="http://schemas.openxmlformats.org/officeDocument/2006/relationships/font" Target="fonts/font3.fntdata"/><Relationship Id="rId28" Type="http://schemas.openxmlformats.org/officeDocument/2006/relationships/font" Target="fonts/font4.fntdata"/><Relationship Id="rId29" Type="http://schemas.openxmlformats.org/officeDocument/2006/relationships/font" Target="fonts/font5.fntdata"/><Relationship Id="rId30" Type="http://schemas.openxmlformats.org/officeDocument/2006/relationships/font" Target="fonts/font6.fntdata"/><Relationship Id="rId31" Type="http://schemas.openxmlformats.org/officeDocument/2006/relationships/font" Target="fonts/font7.fntdata"/><Relationship Id="rId32" Type="http://schemas.openxmlformats.org/officeDocument/2006/relationships/font" Target="fonts/font8.fntdata"/><Relationship Id="rId33" Type="http://schemas.openxmlformats.org/officeDocument/2006/relationships/font" Target="fonts/font9.fntdata"/><Relationship Id="rId34" Type="http://schemas.openxmlformats.org/officeDocument/2006/relationships/font" Target="fonts/font10.fntdata"/></Relationships>
</file>

<file path=ppt/slideLayouts/_rels/slideLayout1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pr="smNativeData" xmlns="smNativeData" val="SMDATA_15_9lpf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DAwIi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BsNAAAINAAAJhYAABAAAAAmAAAACAAAAAEAAAAAAAAA"/>
              </a:ext>
            </a:extLst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>
              <a:defRPr lang="en-us"/>
            </a:pPr>
            <a:r>
              <a:t>Click to edit Master title style</a:t>
            </a:r>
          </a:p>
        </p:txBody>
      </p:sp>
      <p:sp>
        <p:nvSpPr>
          <p:cNvPr id="3" name="Subtitle 2"/>
          <p:cNvSpPr>
            <a:spLocks noGrp="1" noChangeArrowheads="1"/>
            <a:extLst>
              <a:ext uri="smNativeData">
                <pr:smNativeData xmlns:pr="smNativeData" xmlns="smNativeData" val="SMDATA_15_9lpf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CI+PG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cAgAAOgXAADQLwAAsCIAABAAAAAmAAAACAAAAAGAAAAAAAAA"/>
              </a:ext>
            </a:extLst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 lang="en-us" cap="none">
                <a:solidFill>
                  <a:srgbClr val="8C8C8C"/>
                </a:solidFill>
              </a:defRPr>
            </a:lvl1pPr>
            <a:lvl2pPr marL="457200" indent="0" algn="ctr">
              <a:buNone/>
              <a:defRPr lang="en-us" cap="none">
                <a:solidFill>
                  <a:srgbClr val="8C8C8C"/>
                </a:solidFill>
              </a:defRPr>
            </a:lvl2pPr>
            <a:lvl3pPr marL="914400" indent="0" algn="ctr">
              <a:buNone/>
              <a:defRPr lang="en-us" cap="none">
                <a:solidFill>
                  <a:srgbClr val="8C8C8C"/>
                </a:solidFill>
              </a:defRPr>
            </a:lvl3pPr>
            <a:lvl4pPr marL="1371600" indent="0" algn="ctr">
              <a:buNone/>
              <a:defRPr lang="en-us" cap="none">
                <a:solidFill>
                  <a:srgbClr val="8C8C8C"/>
                </a:solidFill>
              </a:defRPr>
            </a:lvl4pPr>
            <a:lvl5pPr marL="1828800" indent="0" algn="ctr">
              <a:buNone/>
              <a:defRPr lang="en-us" cap="none">
                <a:solidFill>
                  <a:srgbClr val="8C8C8C"/>
                </a:solidFill>
              </a:defRPr>
            </a:lvl5pPr>
            <a:lvl6pPr marL="2286000" indent="0" algn="ctr">
              <a:buNone/>
              <a:defRPr lang="en-us" cap="none">
                <a:solidFill>
                  <a:srgbClr val="8C8C8C"/>
                </a:solidFill>
              </a:defRPr>
            </a:lvl6pPr>
            <a:lvl7pPr marL="2743200" indent="0" algn="ctr">
              <a:buNone/>
              <a:defRPr lang="en-us" cap="none">
                <a:solidFill>
                  <a:srgbClr val="8C8C8C"/>
                </a:solidFill>
              </a:defRPr>
            </a:lvl7pPr>
            <a:lvl8pPr marL="3200400" indent="0" algn="ctr">
              <a:buNone/>
              <a:defRPr lang="en-us" cap="none">
                <a:solidFill>
                  <a:srgbClr val="8C8C8C"/>
                </a:solidFill>
              </a:defRPr>
            </a:lvl8pPr>
            <a:lvl9pPr marL="3657600" indent="0" algn="ctr">
              <a:buNone/>
              <a:defRPr lang="en-us" cap="none">
                <a:solidFill>
                  <a:srgbClr val="8C8C8C"/>
                </a:solidFill>
              </a:defRPr>
            </a:lvl9pPr>
          </a:lstStyle>
          <a:p>
            <a:pPr>
              <a:defRPr lang="en-us"/>
            </a:pPr>
            <a:r>
              <a:t>Click to edit Master subtitle style</a:t>
            </a:r>
          </a:p>
        </p:txBody>
      </p:sp>
      <p:sp>
        <p:nvSpPr>
          <p:cNvPr id="4" name="Date Placeholder 3"/>
          <p:cNvSpPr>
            <a:spLocks noGrp="1" noChangeArrowheads="1"/>
            <a:extLst>
              <a:ext uri="smNativeData">
                <pr:smNativeData xmlns:pr="smNativeData" xmlns="smNativeData" val="SMDATA_15_9lpf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FNjaGU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BonAADwDwAAWSk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en-us"/>
            </a:pPr>
            <a:fld id="{69381A03-4D84-6DEC-CA80-BBB954CE3CEE}" type="datetime1">
              <a:t>1/8/2026</a:t>
            </a:fld>
          </a:p>
        </p:txBody>
      </p:sp>
      <p:sp>
        <p:nvSpPr>
          <p:cNvPr id="5" name="Footer Placeholder 4"/>
          <p:cNvSpPr>
            <a:spLocks noGrp="1" noChangeArrowheads="1"/>
            <a:extLst>
              <a:ext uri="smNativeData">
                <pr:smNativeData xmlns:pr="smNativeData" xmlns="smNativeData" val="SMDATA_15_9lpf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BMAABonAAAIJ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en-us"/>
            </a:pPr>
          </a:p>
        </p:txBody>
      </p:sp>
      <p:sp>
        <p:nvSpPr>
          <p:cNvPr id="6" name="Slide Number Placeholder 5"/>
          <p:cNvSpPr>
            <a:spLocks noGrp="1" noChangeArrowheads="1"/>
            <a:extLst>
              <a:ext uri="smNativeData">
                <pr:smNativeData xmlns:pr="smNativeData" xmlns="smNativeData" val="SMDATA_15_9lpf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CgAABonAABwNQ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en-us"/>
            </a:pPr>
            <a:fld id="{4675E3F5-BBAB-2015-E5CD-4D40AD831318}" type="slidenum">
              <a:t>‹#›</a:t>
            </a:fld>
          </a:p>
        </p:txBody>
      </p:sp>
    </p:spTree>
  </p:cSld>
  <p:clrMapOvr>
    <a:masterClrMapping/>
  </p:clrMapOvr>
  <p:hf hdr="0" ftr="0"/>
</p:sldLayout>
</file>

<file path=ppt/slideLayouts/slideLayout2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pr="smNativeData" xmlns="smNativeData" val="SMDATA_15_9lpf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LEBAABwNQAAuQg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>
              <a:defRPr lang="en-us"/>
            </a:pPr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 noChangeArrowheads="1"/>
            <a:extLst>
              <a:ext uri="smNativeData">
                <pr:smNativeData xmlns:pr="smNativeData" xmlns="smNativeData" val="SMDATA_15_9lpf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NgJAABwNQAAsCUAABAAAAAmAAAACAAAAAAAAAAAAAAA"/>
              </a:ext>
            </a:extLst>
          </p:cNvSpPr>
          <p:nvPr>
            <p:ph idx="1"/>
          </p:nvPr>
        </p:nvSpPr>
        <p:spPr/>
        <p:txBody>
          <a:bodyPr/>
          <a:lstStyle/>
          <a:p>
            <a:pPr>
              <a:defRPr lang="en-us"/>
            </a:pPr>
            <a:r>
              <a:t>Click to edit Master text styles</a:t>
            </a:r>
          </a:p>
          <a:p>
            <a:pPr lvl="1">
              <a:defRPr lang="en-us"/>
            </a:pPr>
            <a:r>
              <a:t>Second level</a:t>
            </a:r>
          </a:p>
          <a:p>
            <a:pPr lvl="2">
              <a:defRPr lang="en-us"/>
            </a:pPr>
            <a:r>
              <a:t>Third level</a:t>
            </a:r>
          </a:p>
          <a:p>
            <a:pPr lvl="3">
              <a:defRPr lang="en-us"/>
            </a:pPr>
            <a:r>
              <a:t>Fourth level</a:t>
            </a:r>
          </a:p>
          <a:p>
            <a:pPr lvl="4">
              <a:defRPr lang="en-us"/>
            </a:pPr>
            <a:r>
              <a:t>Fifth level</a:t>
            </a:r>
          </a:p>
        </p:txBody>
      </p:sp>
      <p:sp>
        <p:nvSpPr>
          <p:cNvPr id="4" name="Date Placeholder 3"/>
          <p:cNvSpPr>
            <a:spLocks noGrp="1" noChangeArrowheads="1"/>
            <a:extLst>
              <a:ext uri="smNativeData">
                <pr:smNativeData xmlns:pr="smNativeData" xmlns="smNativeData" val="SMDATA_15_9lpf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BonAADwDwAAWSk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en-us"/>
            </a:pPr>
            <a:fld id="{7DB509E7-A990-E0FF-DE0D-5FAA4743280A}" type="datetime1">
              <a:t>1/8/2026</a:t>
            </a:fld>
          </a:p>
        </p:txBody>
      </p:sp>
      <p:sp>
        <p:nvSpPr>
          <p:cNvPr id="5" name="Footer Placeholder 4"/>
          <p:cNvSpPr>
            <a:spLocks noGrp="1" noChangeArrowheads="1"/>
            <a:extLst>
              <a:ext uri="smNativeData">
                <pr:smNativeData xmlns:pr="smNativeData" xmlns="smNativeData" val="SMDATA_15_9lpf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BMAABonAAAIJ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en-us"/>
            </a:pPr>
          </a:p>
        </p:txBody>
      </p:sp>
      <p:sp>
        <p:nvSpPr>
          <p:cNvPr id="6" name="Slide Number Placeholder 5"/>
          <p:cNvSpPr>
            <a:spLocks noGrp="1" noChangeArrowheads="1"/>
            <a:extLst>
              <a:ext uri="smNativeData">
                <pr:smNativeData xmlns:pr="smNativeData" xmlns="smNativeData" val="SMDATA_15_9lpf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CgAABonAABwNQ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en-us"/>
            </a:pPr>
            <a:fld id="{479A3797-D9AA-CFC1-E422-2F94796C127A}" type="slidenum">
              <a:t>‹#›</a:t>
            </a:fld>
          </a:p>
        </p:txBody>
      </p:sp>
    </p:spTree>
  </p:cSld>
  <p:clrMapOvr>
    <a:masterClrMapping/>
  </p:clrMapOvr>
  <p:hf hdr="0" ftr="0"/>
</p:sldLayout>
</file>

<file path=ppt/slideLayouts/slideLayout3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pr="smNativeData" xmlns="smNativeData" val="SMDATA_15_9lpf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cgQAABwbAABCNAAAfSMAABAAAAAmAAAACAAAAIGAAAAAAAAA"/>
              </a:ext>
            </a:extLst>
          </p:cNvSpPr>
          <p:nvPr>
            <p:ph type="title"/>
          </p:nvPr>
        </p:nvSpPr>
        <p:spPr>
          <a:xfrm>
            <a:off x="722630" y="4406900"/>
            <a:ext cx="7772400" cy="1362075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algn="l">
              <a:defRPr lang="en-us" sz="4000" b="1" cap="all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  <a:lvl6pPr>
              <a:defRPr lang="en-us"/>
            </a:lvl6pPr>
            <a:lvl7pPr>
              <a:defRPr lang="en-us"/>
            </a:lvl7pPr>
            <a:lvl8pPr>
              <a:defRPr lang="en-us"/>
            </a:lvl8pPr>
            <a:lvl9pPr>
              <a:defRPr lang="en-us"/>
            </a:lvl9pPr>
          </a:lstStyle>
          <a:p>
            <a:pPr>
              <a:defRPr lang="en-us"/>
            </a:pPr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 noChangeArrowheads="1"/>
            <a:extLst>
              <a:ext uri="smNativeData">
                <pr:smNativeData xmlns:pr="smNativeData" xmlns="smNativeData" val="SMDATA_15_9lpfaRMAAAAlAAAAZAAAAA0AAAAAkAAAAEgAAACQAAAAS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cgQAAOIRAABCNAAAHBsAABAAAAAmAAAACAAAAIGAAAAAAAAA"/>
              </a:ext>
            </a:extLst>
          </p:cNvSpPr>
          <p:nvPr>
            <p:ph idx="1"/>
          </p:nvPr>
        </p:nvSpPr>
        <p:spPr>
          <a:xfrm>
            <a:off x="722630" y="2907030"/>
            <a:ext cx="7772400" cy="1499870"/>
          </a:xfrm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>
            <a:lvl1pPr marL="0" indent="0">
              <a:buNone/>
              <a:defRPr lang="en-us" sz="2000" cap="none">
                <a:solidFill>
                  <a:srgbClr val="8C8C8C"/>
                </a:solidFill>
              </a:defRPr>
            </a:lvl1pPr>
            <a:lvl2pPr marL="457200" indent="0">
              <a:buNone/>
              <a:defRPr lang="en-us" sz="1800" cap="none">
                <a:solidFill>
                  <a:srgbClr val="8C8C8C"/>
                </a:solidFill>
              </a:defRPr>
            </a:lvl2pPr>
            <a:lvl3pPr marL="914400" indent="0">
              <a:buNone/>
              <a:defRPr lang="en-us" sz="1600" cap="none">
                <a:solidFill>
                  <a:srgbClr val="8C8C8C"/>
                </a:solidFill>
              </a:defRPr>
            </a:lvl3pPr>
            <a:lvl4pPr marL="1371600" indent="0">
              <a:buNone/>
              <a:defRPr lang="en-us" sz="1400" cap="none">
                <a:solidFill>
                  <a:srgbClr val="8C8C8C"/>
                </a:solidFill>
              </a:defRPr>
            </a:lvl4pPr>
            <a:lvl5pPr marL="1828800" indent="0">
              <a:buNone/>
              <a:defRPr lang="en-us" sz="1400" cap="none">
                <a:solidFill>
                  <a:srgbClr val="8C8C8C"/>
                </a:solidFill>
              </a:defRPr>
            </a:lvl5pPr>
            <a:lvl6pPr marL="2286000" indent="0">
              <a:buNone/>
              <a:defRPr lang="en-us" sz="1400" cap="none">
                <a:solidFill>
                  <a:srgbClr val="8C8C8C"/>
                </a:solidFill>
              </a:defRPr>
            </a:lvl6pPr>
            <a:lvl7pPr marL="2743200" indent="0">
              <a:buNone/>
              <a:defRPr lang="en-us" sz="1400" cap="none">
                <a:solidFill>
                  <a:srgbClr val="8C8C8C"/>
                </a:solidFill>
              </a:defRPr>
            </a:lvl7pPr>
            <a:lvl8pPr marL="3200400" indent="0">
              <a:buNone/>
              <a:defRPr lang="en-us" sz="1400" cap="none">
                <a:solidFill>
                  <a:srgbClr val="8C8C8C"/>
                </a:solidFill>
              </a:defRPr>
            </a:lvl8pPr>
            <a:lvl9pPr marL="3657600" indent="0">
              <a:buNone/>
              <a:defRPr lang="en-us" sz="1400" cap="none">
                <a:solidFill>
                  <a:srgbClr val="8C8C8C"/>
                </a:solidFill>
              </a:defRPr>
            </a:lvl9pPr>
          </a:lstStyle>
          <a:p>
            <a:pPr>
              <a:defRPr lang="en-us"/>
            </a:pPr>
            <a:r>
              <a:t>Click to edit Master text styles</a:t>
            </a:r>
          </a:p>
        </p:txBody>
      </p:sp>
      <p:sp>
        <p:nvSpPr>
          <p:cNvPr id="4" name="Date Placeholder 3"/>
          <p:cNvSpPr>
            <a:spLocks noGrp="1" noChangeArrowheads="1"/>
            <a:extLst>
              <a:ext uri="smNativeData">
                <pr:smNativeData xmlns:pr="smNativeData" xmlns="smNativeData" val="SMDATA_15_9lpf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BonAADwDwAAWSk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en-us"/>
            </a:pPr>
            <a:fld id="{452CEF41-0FA8-7919-E694-F94CA1DA10AC}" type="datetime1">
              <a:t>1/8/2026</a:t>
            </a:fld>
          </a:p>
        </p:txBody>
      </p:sp>
      <p:sp>
        <p:nvSpPr>
          <p:cNvPr id="5" name="Footer Placeholder 4"/>
          <p:cNvSpPr>
            <a:spLocks noGrp="1" noChangeArrowheads="1"/>
            <a:extLst>
              <a:ext uri="smNativeData">
                <pr:smNativeData xmlns:pr="smNativeData" xmlns="smNativeData" val="SMDATA_15_9lpf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IID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BMAABonAAAIJ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en-us"/>
            </a:pPr>
          </a:p>
        </p:txBody>
      </p:sp>
      <p:sp>
        <p:nvSpPr>
          <p:cNvPr id="6" name="Slide Number Placeholder 5"/>
          <p:cNvSpPr>
            <a:spLocks noGrp="1" noChangeArrowheads="1"/>
            <a:extLst>
              <a:ext uri="smNativeData">
                <pr:smNativeData xmlns:pr="smNativeData" xmlns="smNativeData" val="SMDATA_15_9lpf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CgAABonAABwNQ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en-us"/>
            </a:pPr>
            <a:fld id="{503B60A7-E9BD-6E96-F383-1FC32ECD054A}" type="slidenum">
              <a:t>‹#›</a:t>
            </a:fld>
          </a:p>
        </p:txBody>
      </p:sp>
    </p:spTree>
  </p:cSld>
  <p:clrMapOvr>
    <a:masterClrMapping/>
  </p:clrMapOvr>
  <p:hf hdr="0" ftr="0"/>
</p:sldLayout>
</file>

<file path=ppt/slideLayouts/slideLayout4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pr="smNativeData" xmlns="smNativeData" val="SMDATA_15_9lpf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LEBAABwNQAAuQg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>
              <a:defRPr lang="en-us"/>
            </a:pPr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 noChangeArrowheads="1"/>
            <a:extLst>
              <a:ext uri="smNativeData">
                <pr:smNativeData xmlns:pr="smNativeData" xmlns="smNativeData" val="SMDATA_15_9lpf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NgJAACoGwAAsCUAABAAAAAmAAAACAAAAAGAAAAAAAAA"/>
              </a:ext>
            </a:extLst>
          </p:cNvSpPr>
          <p:nvPr>
            <p:ph idx="1"/>
          </p:nvPr>
        </p:nvSpPr>
        <p:spPr>
          <a:xfrm>
            <a:off x="457200" y="1600200"/>
            <a:ext cx="4038600" cy="4526280"/>
          </a:xfrm>
        </p:spPr>
        <p:txBody>
          <a:bodyPr/>
          <a:lstStyle>
            <a:lvl1pPr>
              <a:defRPr lang="en-us" sz="2800" cap="none"/>
            </a:lvl1pPr>
            <a:lvl2pPr>
              <a:defRPr lang="en-us" sz="2400" cap="none"/>
            </a:lvl2pPr>
            <a:lvl3pPr>
              <a:defRPr lang="en-us" sz="2000" cap="none"/>
            </a:lvl3pPr>
            <a:lvl4pPr>
              <a:defRPr lang="en-us" sz="1800" cap="none"/>
            </a:lvl4pPr>
            <a:lvl5pPr>
              <a:defRPr lang="en-us" sz="1800" cap="none"/>
            </a:lvl5pPr>
            <a:lvl6pPr>
              <a:defRPr lang="en-us" sz="1800" cap="none"/>
            </a:lvl6pPr>
            <a:lvl7pPr>
              <a:defRPr lang="en-us" sz="1800" cap="none"/>
            </a:lvl7pPr>
            <a:lvl8pPr>
              <a:defRPr lang="en-us" sz="1800" cap="none"/>
            </a:lvl8pPr>
            <a:lvl9pPr>
              <a:defRPr lang="en-us" sz="1800" cap="none"/>
            </a:lvl9pPr>
          </a:lstStyle>
          <a:p>
            <a:pPr>
              <a:defRPr lang="en-us"/>
            </a:pPr>
            <a:r>
              <a:t>Click to edit Master text styles</a:t>
            </a:r>
          </a:p>
          <a:p>
            <a:pPr lvl="1">
              <a:defRPr lang="en-us"/>
            </a:pPr>
            <a:r>
              <a:t>Second level</a:t>
            </a:r>
          </a:p>
          <a:p>
            <a:pPr lvl="2">
              <a:defRPr lang="en-us"/>
            </a:pPr>
            <a:r>
              <a:t>Third level</a:t>
            </a:r>
          </a:p>
          <a:p>
            <a:pPr lvl="3">
              <a:defRPr lang="en-us"/>
            </a:pPr>
            <a:r>
              <a:t>Fourth level</a:t>
            </a:r>
          </a:p>
          <a:p>
            <a:pPr lvl="4">
              <a:defRPr lang="en-us"/>
            </a:pPr>
            <a:r>
              <a:t>Fifth level</a:t>
            </a:r>
          </a:p>
        </p:txBody>
      </p:sp>
      <p:sp>
        <p:nvSpPr>
          <p:cNvPr id="4" name="Content Placeholder 3"/>
          <p:cNvSpPr>
            <a:spLocks noGrp="1" noChangeArrowheads="1"/>
            <a:extLst>
              <a:ext uri="smNativeData">
                <pr:smNativeData xmlns:pr="smNativeData" xmlns="smNativeData" val="SMDATA_15_9lpf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mBwAANgJAABwNQAAsCUAABAAAAAmAAAACAAAAAGAAAAAAAAA"/>
              </a:ext>
            </a:extLst>
          </p:cNvSpPr>
          <p:nvPr>
            <p:ph idx="2"/>
          </p:nvPr>
        </p:nvSpPr>
        <p:spPr>
          <a:xfrm>
            <a:off x="4648200" y="1600200"/>
            <a:ext cx="4038600" cy="4526280"/>
          </a:xfrm>
        </p:spPr>
        <p:txBody>
          <a:bodyPr/>
          <a:lstStyle>
            <a:lvl1pPr>
              <a:defRPr lang="en-us" sz="2800" cap="none"/>
            </a:lvl1pPr>
            <a:lvl2pPr>
              <a:defRPr lang="en-us" sz="2400" cap="none"/>
            </a:lvl2pPr>
            <a:lvl3pPr>
              <a:defRPr lang="en-us" sz="2000" cap="none"/>
            </a:lvl3pPr>
            <a:lvl4pPr>
              <a:defRPr lang="en-us" sz="1800" cap="none"/>
            </a:lvl4pPr>
            <a:lvl5pPr>
              <a:defRPr lang="en-us" sz="1800" cap="none"/>
            </a:lvl5pPr>
            <a:lvl6pPr>
              <a:defRPr lang="en-us" sz="1800" cap="none"/>
            </a:lvl6pPr>
            <a:lvl7pPr>
              <a:defRPr lang="en-us" sz="1800" cap="none"/>
            </a:lvl7pPr>
            <a:lvl8pPr>
              <a:defRPr lang="en-us" sz="1800" cap="none"/>
            </a:lvl8pPr>
            <a:lvl9pPr>
              <a:defRPr lang="en-us" sz="1800" cap="none"/>
            </a:lvl9pPr>
          </a:lstStyle>
          <a:p>
            <a:pPr>
              <a:defRPr lang="en-us"/>
            </a:pPr>
            <a:r>
              <a:t>Click to edit Master text styles</a:t>
            </a:r>
          </a:p>
          <a:p>
            <a:pPr lvl="1">
              <a:defRPr lang="en-us"/>
            </a:pPr>
            <a:r>
              <a:t>Second level</a:t>
            </a:r>
          </a:p>
          <a:p>
            <a:pPr lvl="2">
              <a:defRPr lang="en-us"/>
            </a:pPr>
            <a:r>
              <a:t>Third level</a:t>
            </a:r>
          </a:p>
          <a:p>
            <a:pPr lvl="3">
              <a:defRPr lang="en-us"/>
            </a:pPr>
            <a:r>
              <a:t>Fourth level</a:t>
            </a:r>
          </a:p>
          <a:p>
            <a:pPr lvl="4">
              <a:defRPr lang="en-us"/>
            </a:pPr>
            <a:r>
              <a:t>Fifth level</a:t>
            </a:r>
          </a:p>
        </p:txBody>
      </p:sp>
      <p:sp>
        <p:nvSpPr>
          <p:cNvPr id="5" name="Date Placeholder 4"/>
          <p:cNvSpPr>
            <a:spLocks noGrp="1" noChangeArrowheads="1"/>
            <a:extLst>
              <a:ext uri="smNativeData">
                <pr:smNativeData xmlns:pr="smNativeData" xmlns="smNativeData" val="SMDATA_15_9lpf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BonAADwDwAAWSk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en-us"/>
            </a:pPr>
            <a:fld id="{74B0C70A-4499-E531-D708-B264894621E7}" type="datetime1">
              <a:t>1/8/2026</a:t>
            </a:fld>
          </a:p>
        </p:txBody>
      </p:sp>
      <p:sp>
        <p:nvSpPr>
          <p:cNvPr id="6" name="Footer Placeholder 5"/>
          <p:cNvSpPr>
            <a:spLocks noGrp="1" noChangeArrowheads="1"/>
            <a:extLst>
              <a:ext uri="smNativeData">
                <pr:smNativeData xmlns:pr="smNativeData" xmlns="smNativeData" val="SMDATA_15_9lpf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BMAABonAAAIJ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en-us"/>
            </a:pPr>
          </a:p>
        </p:txBody>
      </p:sp>
      <p:sp>
        <p:nvSpPr>
          <p:cNvPr id="7" name="Slide Number Placeholder 6"/>
          <p:cNvSpPr>
            <a:spLocks noGrp="1" noChangeArrowheads="1"/>
            <a:extLst>
              <a:ext uri="smNativeData">
                <pr:smNativeData xmlns:pr="smNativeData" xmlns="smNativeData" val="SMDATA_15_9lpf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CgAABonAABwNQ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en-us"/>
            </a:pPr>
            <a:fld id="{159182E2-ACF8-C474-B629-5A21CC67400F}" type="slidenum">
              <a:t>‹#›</a:t>
            </a:fld>
          </a:p>
        </p:txBody>
      </p:sp>
    </p:spTree>
  </p:cSld>
  <p:clrMapOvr>
    <a:masterClrMapping/>
  </p:clrMapOvr>
  <p:hf hdr="0" ftr="0"/>
</p:sldLayout>
</file>

<file path=ppt/slideLayouts/slideLayout5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pr="smNativeData" xmlns="smNativeData" val="SMDATA_15_9lpf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LEBAABwNQAAuQg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>
              <a:defRPr lang="en-us"/>
            </a:pPr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 noChangeArrowheads="1"/>
            <a:extLst>
              <a:ext uri="smNativeData">
                <pr:smNativeData xmlns:pr="smNativeData" xmlns="smNativeData" val="SMDATA_15_9lpfaRMAAAAlAAAAZAAAAA0AAAAAkAAAAEgAAACQAAAAS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HIJAACrGwAAYQ0AABAAAAAmAAAACAAAAIGAAAAAAAAA"/>
              </a:ext>
            </a:extLst>
          </p:cNvSpPr>
          <p:nvPr>
            <p:ph idx="1"/>
          </p:nvPr>
        </p:nvSpPr>
        <p:spPr>
          <a:xfrm>
            <a:off x="457200" y="1535430"/>
            <a:ext cx="4040505" cy="639445"/>
          </a:xfrm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>
            <a:lvl1pPr marL="0" indent="0">
              <a:buNone/>
              <a:defRPr lang="en-us" sz="2400" b="1" cap="none"/>
            </a:lvl1pPr>
            <a:lvl2pPr marL="457200" indent="0">
              <a:buNone/>
              <a:defRPr lang="en-us" sz="2000" b="1" cap="none"/>
            </a:lvl2pPr>
            <a:lvl3pPr marL="914400" indent="0">
              <a:buNone/>
              <a:defRPr lang="en-us" sz="1800" b="1" cap="none"/>
            </a:lvl3pPr>
            <a:lvl4pPr marL="1371600" indent="0">
              <a:buNone/>
              <a:defRPr lang="en-us" sz="1600" b="1" cap="none"/>
            </a:lvl4pPr>
            <a:lvl5pPr marL="1828800" indent="0">
              <a:buNone/>
              <a:defRPr lang="en-us" sz="1600" b="1" cap="none"/>
            </a:lvl5pPr>
            <a:lvl6pPr marL="2286000" indent="0">
              <a:buNone/>
              <a:defRPr lang="en-us" sz="1600" b="1" cap="none"/>
            </a:lvl6pPr>
            <a:lvl7pPr marL="2743200" indent="0">
              <a:buNone/>
              <a:defRPr lang="en-us" sz="1600" b="1" cap="none"/>
            </a:lvl7pPr>
            <a:lvl8pPr marL="3200400" indent="0">
              <a:buNone/>
              <a:defRPr lang="en-us" sz="1600" b="1" cap="none"/>
            </a:lvl8pPr>
            <a:lvl9pPr marL="3657600" indent="0">
              <a:buNone/>
              <a:defRPr lang="en-us" sz="1600" b="1" cap="none"/>
            </a:lvl9pPr>
          </a:lstStyle>
          <a:p>
            <a:pPr>
              <a:defRPr lang="en-us"/>
            </a:pPr>
            <a:r>
              <a:t>Click to edit Master text styles</a:t>
            </a:r>
          </a:p>
        </p:txBody>
      </p:sp>
      <p:sp>
        <p:nvSpPr>
          <p:cNvPr id="4" name="Content Placeholder 3"/>
          <p:cNvSpPr>
            <a:spLocks noGrp="1" noChangeArrowheads="1"/>
            <a:extLst>
              <a:ext uri="smNativeData">
                <pr:smNativeData xmlns:pr="smNativeData" xmlns="smNativeData" val="SMDATA_15_9lpf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GENAACrGwAAsCUAABAAAAAmAAAACAAAAAGAAAAAAAAA"/>
              </a:ext>
            </a:extLst>
          </p:cNvSpPr>
          <p:nvPr>
            <p:ph idx="2"/>
          </p:nvPr>
        </p:nvSpPr>
        <p:spPr>
          <a:xfrm>
            <a:off x="457200" y="2174875"/>
            <a:ext cx="4040505" cy="3951605"/>
          </a:xfrm>
        </p:spPr>
        <p:txBody>
          <a:bodyPr/>
          <a:lstStyle>
            <a:lvl1pPr>
              <a:defRPr lang="en-us" sz="2400" cap="none"/>
            </a:lvl1pPr>
            <a:lvl2pPr>
              <a:defRPr lang="en-us" sz="2000" cap="none"/>
            </a:lvl2pPr>
            <a:lvl3pPr>
              <a:defRPr lang="en-us" sz="1800" cap="none"/>
            </a:lvl3pPr>
            <a:lvl4pPr>
              <a:defRPr lang="en-us" sz="1600" cap="none"/>
            </a:lvl4pPr>
            <a:lvl5pPr>
              <a:defRPr lang="en-us" sz="1600" cap="none"/>
            </a:lvl5pPr>
            <a:lvl6pPr>
              <a:defRPr lang="en-us" sz="1600" cap="none"/>
            </a:lvl6pPr>
            <a:lvl7pPr>
              <a:defRPr lang="en-us" sz="1600" cap="none"/>
            </a:lvl7pPr>
            <a:lvl8pPr>
              <a:defRPr lang="en-us" sz="1600" cap="none"/>
            </a:lvl8pPr>
            <a:lvl9pPr>
              <a:defRPr lang="en-us" sz="1600" cap="none"/>
            </a:lvl9pPr>
          </a:lstStyle>
          <a:p>
            <a:pPr>
              <a:defRPr lang="en-us"/>
            </a:pPr>
            <a:r>
              <a:t>Click to edit Master text styles</a:t>
            </a:r>
          </a:p>
          <a:p>
            <a:pPr lvl="1">
              <a:defRPr lang="en-us"/>
            </a:pPr>
            <a:r>
              <a:t>Second level</a:t>
            </a:r>
          </a:p>
          <a:p>
            <a:pPr lvl="2">
              <a:defRPr lang="en-us"/>
            </a:pPr>
            <a:r>
              <a:t>Third level</a:t>
            </a:r>
          </a:p>
          <a:p>
            <a:pPr lvl="3">
              <a:defRPr lang="en-us"/>
            </a:pPr>
            <a:r>
              <a:t>Fourth level</a:t>
            </a:r>
          </a:p>
          <a:p>
            <a:pPr lvl="4">
              <a:defRPr lang="en-us"/>
            </a:pPr>
            <a:r>
              <a:t>Fifth level</a:t>
            </a:r>
          </a:p>
        </p:txBody>
      </p:sp>
      <p:sp>
        <p:nvSpPr>
          <p:cNvPr id="5" name="Text Placeholder 4"/>
          <p:cNvSpPr>
            <a:spLocks noGrp="1" noChangeArrowheads="1"/>
            <a:extLst>
              <a:ext uri="smNativeData">
                <pr:smNativeData xmlns:pr="smNativeData" xmlns="smNativeData" val="SMDATA_15_9lpfaRMAAAAlAAAAZAAAAA0AAAAAkAAAAEgAAACQAAAAS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xwAAHIJAABwNQAAYQ0AABAAAAAmAAAACAAAAIGAAAAAAAAA"/>
              </a:ext>
            </a:extLst>
          </p:cNvSpPr>
          <p:nvPr>
            <p:ph idx="3"/>
          </p:nvPr>
        </p:nvSpPr>
        <p:spPr>
          <a:xfrm>
            <a:off x="4645025" y="1535430"/>
            <a:ext cx="4041775" cy="639445"/>
          </a:xfrm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>
            <a:lvl1pPr marL="0" indent="0">
              <a:buNone/>
              <a:defRPr lang="en-us" sz="2400" b="1" cap="none"/>
            </a:lvl1pPr>
            <a:lvl2pPr marL="457200" indent="0">
              <a:buNone/>
              <a:defRPr lang="en-us" sz="2000" b="1" cap="none"/>
            </a:lvl2pPr>
            <a:lvl3pPr marL="914400" indent="0">
              <a:buNone/>
              <a:defRPr lang="en-us" sz="1800" b="1" cap="none"/>
            </a:lvl3pPr>
            <a:lvl4pPr marL="1371600" indent="0">
              <a:buNone/>
              <a:defRPr lang="en-us" sz="1600" b="1" cap="none"/>
            </a:lvl4pPr>
            <a:lvl5pPr marL="1828800" indent="0">
              <a:buNone/>
              <a:defRPr lang="en-us" sz="1600" b="1" cap="none"/>
            </a:lvl5pPr>
            <a:lvl6pPr marL="2286000" indent="0">
              <a:buNone/>
              <a:defRPr lang="en-us" sz="1600" b="1" cap="none"/>
            </a:lvl6pPr>
            <a:lvl7pPr marL="2743200" indent="0">
              <a:buNone/>
              <a:defRPr lang="en-us" sz="1600" b="1" cap="none"/>
            </a:lvl7pPr>
            <a:lvl8pPr marL="3200400" indent="0">
              <a:buNone/>
              <a:defRPr lang="en-us" sz="1600" b="1" cap="none"/>
            </a:lvl8pPr>
            <a:lvl9pPr marL="3657600" indent="0">
              <a:buNone/>
              <a:defRPr lang="en-us" sz="1600" b="1" cap="none"/>
            </a:lvl9pPr>
          </a:lstStyle>
          <a:p>
            <a:pPr>
              <a:defRPr lang="en-us"/>
            </a:pPr>
            <a:r>
              <a:t>Click to edit Master text styles</a:t>
            </a:r>
          </a:p>
        </p:txBody>
      </p:sp>
      <p:sp>
        <p:nvSpPr>
          <p:cNvPr id="6" name="Content Placeholder 5"/>
          <p:cNvSpPr>
            <a:spLocks noGrp="1" noChangeArrowheads="1"/>
            <a:extLst>
              <a:ext uri="smNativeData">
                <pr:smNativeData xmlns:pr="smNativeData" xmlns="smNativeData" val="SMDATA_15_9lpf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xwAAGENAABwNQAAsCUAABAAAAAmAAAACAAAAAGAAAAAAAAA"/>
              </a:ext>
            </a:extLst>
          </p:cNvSpPr>
          <p:nvPr>
            <p:ph idx="4"/>
          </p:nvPr>
        </p:nvSpPr>
        <p:spPr>
          <a:xfrm>
            <a:off x="4645025" y="2174875"/>
            <a:ext cx="4041775" cy="3951605"/>
          </a:xfrm>
        </p:spPr>
        <p:txBody>
          <a:bodyPr/>
          <a:lstStyle>
            <a:lvl1pPr>
              <a:defRPr lang="en-us" sz="2400" cap="none"/>
            </a:lvl1pPr>
            <a:lvl2pPr>
              <a:defRPr lang="en-us" sz="2000" cap="none"/>
            </a:lvl2pPr>
            <a:lvl3pPr>
              <a:defRPr lang="en-us" sz="1800" cap="none"/>
            </a:lvl3pPr>
            <a:lvl4pPr>
              <a:defRPr lang="en-us" sz="1600" cap="none"/>
            </a:lvl4pPr>
            <a:lvl5pPr>
              <a:defRPr lang="en-us" sz="1600" cap="none"/>
            </a:lvl5pPr>
            <a:lvl6pPr>
              <a:defRPr lang="en-us" sz="1600" cap="none"/>
            </a:lvl6pPr>
            <a:lvl7pPr>
              <a:defRPr lang="en-us" sz="1600" cap="none"/>
            </a:lvl7pPr>
            <a:lvl8pPr>
              <a:defRPr lang="en-us" sz="1600" cap="none"/>
            </a:lvl8pPr>
            <a:lvl9pPr>
              <a:defRPr lang="en-us" sz="1600" cap="none"/>
            </a:lvl9pPr>
          </a:lstStyle>
          <a:p>
            <a:pPr>
              <a:defRPr lang="en-us"/>
            </a:pPr>
            <a:r>
              <a:t>Click to edit Master text styles</a:t>
            </a:r>
          </a:p>
          <a:p>
            <a:pPr lvl="1">
              <a:defRPr lang="en-us"/>
            </a:pPr>
            <a:r>
              <a:t>Second level</a:t>
            </a:r>
          </a:p>
          <a:p>
            <a:pPr lvl="2">
              <a:defRPr lang="en-us"/>
            </a:pPr>
            <a:r>
              <a:t>Third level</a:t>
            </a:r>
          </a:p>
          <a:p>
            <a:pPr lvl="3">
              <a:defRPr lang="en-us"/>
            </a:pPr>
            <a:r>
              <a:t>Fourth level</a:t>
            </a:r>
          </a:p>
          <a:p>
            <a:pPr lvl="4">
              <a:defRPr lang="en-us"/>
            </a:pPr>
            <a:r>
              <a:t>Fifth level</a:t>
            </a:r>
          </a:p>
        </p:txBody>
      </p:sp>
      <p:sp>
        <p:nvSpPr>
          <p:cNvPr id="7" name="Date Placeholder 6"/>
          <p:cNvSpPr>
            <a:spLocks noGrp="1" noChangeArrowheads="1"/>
            <a:extLst>
              <a:ext uri="smNativeData">
                <pr:smNativeData xmlns:pr="smNativeData" xmlns="smNativeData" val="SMDATA_15_9lpf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BonAADwDwAAWSk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en-us"/>
            </a:pPr>
            <a:fld id="{6CACF1B0-FE81-F907-CF14-0852BF5A395D}" type="datetime1">
              <a:t>1/8/2026</a:t>
            </a:fld>
          </a:p>
        </p:txBody>
      </p:sp>
      <p:sp>
        <p:nvSpPr>
          <p:cNvPr id="8" name="Footer Placeholder 7"/>
          <p:cNvSpPr>
            <a:spLocks noGrp="1" noChangeArrowheads="1"/>
            <a:extLst>
              <a:ext uri="smNativeData">
                <pr:smNativeData xmlns:pr="smNativeData" xmlns="smNativeData" val="SMDATA_15_9lpf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BMAABonAAAIJ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en-us"/>
            </a:pPr>
          </a:p>
        </p:txBody>
      </p:sp>
      <p:sp>
        <p:nvSpPr>
          <p:cNvPr id="9" name="Slide Number Placeholder 8"/>
          <p:cNvSpPr>
            <a:spLocks noGrp="1" noChangeArrowheads="1"/>
            <a:extLst>
              <a:ext uri="smNativeData">
                <pr:smNativeData xmlns:pr="smNativeData" xmlns="smNativeData" val="SMDATA_15_9lpf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CgAABonAABwNQ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en-us"/>
            </a:pPr>
            <a:fld id="{383ED083-CDD5-6B26-9B86-3B739EC86D6E}" type="slidenum">
              <a:t>‹#›</a:t>
            </a:fld>
          </a:p>
        </p:txBody>
      </p:sp>
    </p:spTree>
  </p:cSld>
  <p:clrMapOvr>
    <a:masterClrMapping/>
  </p:clrMapOvr>
  <p:hf hdr="0" ftr="0"/>
</p:sldLayout>
</file>

<file path=ppt/slideLayouts/slideLayout6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pr="smNativeData" xmlns="smNativeData" val="SMDATA_15_9lpf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LEBAABwNQAAuQg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>
              <a:defRPr lang="en-us"/>
            </a:pPr>
            <a:r>
              <a:t>Click to edit Master title style</a:t>
            </a:r>
          </a:p>
        </p:txBody>
      </p:sp>
      <p:sp>
        <p:nvSpPr>
          <p:cNvPr id="3" name="Date Placeholder 2"/>
          <p:cNvSpPr>
            <a:spLocks noGrp="1" noChangeArrowheads="1"/>
            <a:extLst>
              <a:ext uri="smNativeData">
                <pr:smNativeData xmlns:pr="smNativeData" xmlns="smNativeData" val="SMDATA_15_9lpf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BonAADwDwAAWSk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en-us"/>
            </a:pPr>
            <a:fld id="{6717DEF4-BA8A-4228-C4AF-4C7D90E13219}" type="datetime1">
              <a:t>1/8/2026</a:t>
            </a:fld>
          </a:p>
        </p:txBody>
      </p:sp>
      <p:sp>
        <p:nvSpPr>
          <p:cNvPr id="4" name="Footer Placeholder 3"/>
          <p:cNvSpPr>
            <a:spLocks noGrp="1" noChangeArrowheads="1"/>
            <a:extLst>
              <a:ext uri="smNativeData">
                <pr:smNativeData xmlns:pr="smNativeData" xmlns="smNativeData" val="SMDATA_15_9lpf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BMAABonAAAIJ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en-us"/>
            </a:pPr>
          </a:p>
        </p:txBody>
      </p:sp>
      <p:sp>
        <p:nvSpPr>
          <p:cNvPr id="5" name="Slide Number Placeholder 4"/>
          <p:cNvSpPr>
            <a:spLocks noGrp="1" noChangeArrowheads="1"/>
            <a:extLst>
              <a:ext uri="smNativeData">
                <pr:smNativeData xmlns:pr="smNativeData" xmlns="smNativeData" val="SMDATA_15_9lpf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CgAABonAABwNQ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en-us"/>
            </a:pPr>
            <a:fld id="{490781FD-B3A4-5277-EABF-4522CFF11C10}" type="slidenum">
              <a:t>‹#›</a:t>
            </a:fld>
          </a:p>
        </p:txBody>
      </p:sp>
    </p:spTree>
  </p:cSld>
  <p:clrMapOvr>
    <a:masterClrMapping/>
  </p:clrMapOvr>
  <p:hf hdr="0" ftr="0"/>
</p:sldLayout>
</file>

<file path=ppt/slideLayouts/slideLayout7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 noChangeArrowheads="1"/>
            <a:extLst>
              <a:ext uri="smNativeData">
                <pr:smNativeData xmlns:pr="smNativeData" xmlns="smNativeData" val="SMDATA_15_9lpf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BonAADwDwAAWSk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en-us"/>
            </a:pPr>
            <a:fld id="{7A816439-7797-D492-D939-81C72A772FD4}" type="datetime1">
              <a:t/>
            </a:fld>
          </a:p>
        </p:txBody>
      </p:sp>
      <p:sp>
        <p:nvSpPr>
          <p:cNvPr id="3" name="Footer Placeholder 2"/>
          <p:cNvSpPr>
            <a:spLocks noGrp="1" noChangeArrowheads="1"/>
            <a:extLst>
              <a:ext uri="smNativeData">
                <pr:smNativeData xmlns:pr="smNativeData" xmlns="smNativeData" val="SMDATA_15_9lpf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BMAABonAAAIJ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en-us"/>
            </a:pPr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9lpf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CgAABonAABwNQ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en-us"/>
            </a:pPr>
            <a:fld id="{500F6245-0BBD-5A94-F3B7-FDC12CF905A8}" type="slidenum">
              <a:t/>
            </a:fld>
          </a:p>
        </p:txBody>
      </p:sp>
    </p:spTree>
  </p:cSld>
  <p:clrMapOvr>
    <a:masterClrMapping/>
  </p:clrMapOvr>
  <p:hf hdr="0" ftr="0"/>
</p:sldLayout>
</file>

<file path=ppt/slideLayouts/slideLayout8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pr="smNativeData" xmlns="smNativeData" val="SMDATA_15_9lpfaRMAAAAlAAAAZAAAAA0AAAAAkAAAAEgAAACQAAAAS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K4BAABSFQAA1AgAABAAAAAmAAAACAAAAIGAAAAAAAAA"/>
              </a:ext>
            </a:extLst>
          </p:cNvSpPr>
          <p:nvPr>
            <p:ph type="title"/>
          </p:nvPr>
        </p:nvSpPr>
        <p:spPr>
          <a:xfrm>
            <a:off x="457200" y="273050"/>
            <a:ext cx="3008630" cy="1162050"/>
          </a:xfrm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>
            <a:lvl1pPr algn="l">
              <a:defRPr lang="en-us" sz="2000" b="1" cap="none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  <a:lvl6pPr>
              <a:defRPr lang="en-us"/>
            </a:lvl6pPr>
            <a:lvl7pPr>
              <a:defRPr lang="en-us"/>
            </a:lvl7pPr>
            <a:lvl8pPr>
              <a:defRPr lang="en-us"/>
            </a:lvl8pPr>
            <a:lvl9pPr>
              <a:defRPr lang="en-us"/>
            </a:lvl9pPr>
          </a:lstStyle>
          <a:p>
            <a:pPr>
              <a:defRPr lang="en-us"/>
            </a:pPr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 noChangeArrowheads="1"/>
            <a:extLst>
              <a:ext uri="smNativeData">
                <pr:smNativeData xmlns:pr="smNativeData" xmlns="smNativeData" val="SMDATA_15_9lpf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/hUAAK4BAABwNQAAsCUAABAAAAAmAAAACAAAAAGAAAAAAAAA"/>
              </a:ext>
            </a:extLst>
          </p:cNvSpPr>
          <p:nvPr>
            <p:ph idx="1"/>
          </p:nvPr>
        </p:nvSpPr>
        <p:spPr>
          <a:xfrm>
            <a:off x="3575050" y="273050"/>
            <a:ext cx="5111750" cy="5853430"/>
          </a:xfrm>
        </p:spPr>
        <p:txBody>
          <a:bodyPr/>
          <a:lstStyle>
            <a:lvl1pPr>
              <a:defRPr lang="en-us" sz="3200" cap="none"/>
            </a:lvl1pPr>
            <a:lvl2pPr>
              <a:defRPr lang="en-us" sz="2800" cap="none"/>
            </a:lvl2pPr>
            <a:lvl3pPr>
              <a:defRPr lang="en-us" sz="2400" cap="none"/>
            </a:lvl3pPr>
            <a:lvl4pPr>
              <a:defRPr lang="en-us" sz="2000" cap="none"/>
            </a:lvl4pPr>
            <a:lvl5pPr>
              <a:defRPr lang="en-us" sz="2000" cap="none"/>
            </a:lvl5pPr>
            <a:lvl6pPr>
              <a:defRPr lang="en-us" sz="2000" cap="none"/>
            </a:lvl6pPr>
            <a:lvl7pPr>
              <a:defRPr lang="en-us" sz="2000" cap="none"/>
            </a:lvl7pPr>
            <a:lvl8pPr>
              <a:defRPr lang="en-us" sz="2000" cap="none"/>
            </a:lvl8pPr>
            <a:lvl9pPr>
              <a:defRPr lang="en-us" sz="2000" cap="none"/>
            </a:lvl9pPr>
          </a:lstStyle>
          <a:p>
            <a:pPr>
              <a:defRPr lang="en-us"/>
            </a:pPr>
            <a:r>
              <a:t>Click to edit Master text styles</a:t>
            </a:r>
          </a:p>
          <a:p>
            <a:pPr lvl="1">
              <a:defRPr lang="en-us"/>
            </a:pPr>
            <a:r>
              <a:t>Second level</a:t>
            </a:r>
          </a:p>
          <a:p>
            <a:pPr lvl="2">
              <a:defRPr lang="en-us"/>
            </a:pPr>
            <a:r>
              <a:t>Third level</a:t>
            </a:r>
          </a:p>
          <a:p>
            <a:pPr lvl="3">
              <a:defRPr lang="en-us"/>
            </a:pPr>
            <a:r>
              <a:t>Fourth level</a:t>
            </a:r>
          </a:p>
          <a:p>
            <a:pPr lvl="4">
              <a:defRPr lang="en-us"/>
            </a:pPr>
            <a:r>
              <a:t>Fifth level</a:t>
            </a:r>
          </a:p>
        </p:txBody>
      </p:sp>
      <p:sp>
        <p:nvSpPr>
          <p:cNvPr id="4" name="Text Placeholder 3"/>
          <p:cNvSpPr>
            <a:spLocks noGrp="1" noChangeArrowheads="1"/>
            <a:extLst>
              <a:ext uri="smNativeData">
                <pr:smNativeData xmlns:pr="smNativeData" xmlns="smNativeData" val="SMDATA_15_9lpf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NQIAABSFQAAsCUAABAAAAAmAAAACAAAAAGAAAAAAAAA"/>
              </a:ext>
            </a:extLst>
          </p:cNvSpPr>
          <p:nvPr>
            <p:ph idx="2"/>
          </p:nvPr>
        </p:nvSpPr>
        <p:spPr>
          <a:xfrm>
            <a:off x="457200" y="1435100"/>
            <a:ext cx="3008630" cy="4691380"/>
          </a:xfrm>
        </p:spPr>
        <p:txBody>
          <a:bodyPr/>
          <a:lstStyle>
            <a:lvl1pPr marL="0" indent="0">
              <a:buNone/>
              <a:defRPr lang="en-us" sz="1400" cap="none"/>
            </a:lvl1pPr>
            <a:lvl2pPr marL="457200" indent="0">
              <a:buNone/>
              <a:defRPr lang="en-us" sz="1200" cap="none"/>
            </a:lvl2pPr>
            <a:lvl3pPr marL="914400" indent="0">
              <a:buNone/>
              <a:defRPr lang="en-us" sz="1000" cap="none"/>
            </a:lvl3pPr>
            <a:lvl4pPr marL="1371600" indent="0">
              <a:buNone/>
              <a:defRPr lang="en-us" sz="900" cap="none"/>
            </a:lvl4pPr>
            <a:lvl5pPr marL="1828800" indent="0">
              <a:buNone/>
              <a:defRPr lang="en-us" sz="900" cap="none"/>
            </a:lvl5pPr>
            <a:lvl6pPr marL="2286000" indent="0">
              <a:buNone/>
              <a:defRPr lang="en-us" sz="900" cap="none"/>
            </a:lvl6pPr>
            <a:lvl7pPr marL="2743200" indent="0">
              <a:buNone/>
              <a:defRPr lang="en-us" sz="900" cap="none"/>
            </a:lvl7pPr>
            <a:lvl8pPr marL="3200400" indent="0">
              <a:buNone/>
              <a:defRPr lang="en-us" sz="900" cap="none"/>
            </a:lvl8pPr>
            <a:lvl9pPr marL="3657600" indent="0">
              <a:buNone/>
              <a:defRPr lang="en-us" sz="900" cap="none"/>
            </a:lvl9pPr>
          </a:lstStyle>
          <a:p>
            <a:pPr>
              <a:defRPr lang="en-us"/>
            </a:pPr>
            <a:r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  <a:extLst>
              <a:ext uri="smNativeData">
                <pr:smNativeData xmlns:pr="smNativeData" xmlns="smNativeData" val="SMDATA_15_9lpf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BonAADwDwAAWSk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en-us"/>
            </a:pPr>
            <a:fld id="{68186426-6885-4D92-CBA0-9EC72AEE3DCB}" type="datetime1">
              <a:t>1/8/2026</a:t>
            </a:fld>
          </a:p>
        </p:txBody>
      </p:sp>
      <p:sp>
        <p:nvSpPr>
          <p:cNvPr id="6" name="Footer Placeholder 5"/>
          <p:cNvSpPr>
            <a:spLocks noGrp="1" noChangeArrowheads="1"/>
            <a:extLst>
              <a:ext uri="smNativeData">
                <pr:smNativeData xmlns:pr="smNativeData" xmlns="smNativeData" val="SMDATA_15_9lpf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BMAABonAAAIJ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en-us"/>
            </a:pPr>
          </a:p>
        </p:txBody>
      </p:sp>
      <p:sp>
        <p:nvSpPr>
          <p:cNvPr id="7" name="Slide Number Placeholder 6"/>
          <p:cNvSpPr>
            <a:spLocks noGrp="1" noChangeArrowheads="1"/>
            <a:extLst>
              <a:ext uri="smNativeData">
                <pr:smNativeData xmlns:pr="smNativeData" xmlns="smNativeData" val="SMDATA_15_9lpf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CgAABonAABwNQ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en-us"/>
            </a:pPr>
            <a:fld id="{57416605-4BBA-1490-F4F9-BDC528B702E8}" type="slidenum">
              <a:t>‹#›</a:t>
            </a:fld>
          </a:p>
        </p:txBody>
      </p:sp>
    </p:spTree>
  </p:cSld>
  <p:clrMapOvr>
    <a:masterClrMapping/>
  </p:clrMapOvr>
  <p:hf hdr="0" ftr="0"/>
</p:sldLayout>
</file>

<file path=ppt/slideLayouts/slideLayout9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pr="smNativeData" xmlns="smNativeData" val="SMDATA_15_9lpfaRMAAAAlAAAAZAAAAA0AAAAAkAAAAEgAAACQAAAAS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BwsAAIgdAADHLAAABSEAABAAAAAmAAAACAAAAIGAAAAAAAAA"/>
              </a:ext>
            </a:extLst>
          </p:cNvSpPr>
          <p:nvPr>
            <p:ph type="title"/>
          </p:nvPr>
        </p:nvSpPr>
        <p:spPr>
          <a:xfrm>
            <a:off x="1792605" y="4800600"/>
            <a:ext cx="5486400" cy="567055"/>
          </a:xfrm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>
            <a:lvl1pPr algn="l">
              <a:defRPr lang="en-us" sz="2000" b="1" cap="none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  <a:lvl6pPr>
              <a:defRPr lang="en-us"/>
            </a:lvl6pPr>
            <a:lvl7pPr>
              <a:defRPr lang="en-us"/>
            </a:lvl7pPr>
            <a:lvl8pPr>
              <a:defRPr lang="en-us"/>
            </a:lvl8pPr>
            <a:lvl9pPr>
              <a:defRPr lang="en-us"/>
            </a:lvl9pPr>
          </a:lstStyle>
          <a:p>
            <a:pPr>
              <a:defRPr lang="en-us"/>
            </a:pPr>
            <a:r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rrowheads="1"/>
            <a:extLst>
              <a:ext uri="smNativeData">
                <pr:smNativeData xmlns:pr="smNativeData" xmlns="smNativeData" val="SMDATA_15_9lpf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BwsAAMUDAADHLAAAFR0AABAAAAAmAAAACAAAAAGAAAAAAAAA"/>
              </a:ext>
            </a:extLst>
          </p:cNvSpPr>
          <p:nvPr>
            <p:ph type="pic" idx="1"/>
          </p:nvPr>
        </p:nvSpPr>
        <p:spPr>
          <a:xfrm>
            <a:off x="1792605" y="612775"/>
            <a:ext cx="5486400" cy="4114800"/>
          </a:xfrm>
        </p:spPr>
        <p:txBody>
          <a:bodyPr/>
          <a:lstStyle>
            <a:lvl1pPr marL="0" indent="0">
              <a:buNone/>
              <a:defRPr lang="en-us" sz="3200" cap="none"/>
            </a:lvl1pPr>
            <a:lvl2pPr marL="457200" indent="0">
              <a:buNone/>
              <a:defRPr lang="en-us" sz="2800" cap="none"/>
            </a:lvl2pPr>
            <a:lvl3pPr marL="914400" indent="0">
              <a:buNone/>
              <a:defRPr lang="en-us" sz="2400" cap="none"/>
            </a:lvl3pPr>
            <a:lvl4pPr marL="1371600" indent="0">
              <a:buNone/>
              <a:defRPr lang="en-us" sz="2000" cap="none"/>
            </a:lvl4pPr>
            <a:lvl5pPr marL="1828800" indent="0">
              <a:buNone/>
              <a:defRPr lang="en-us" sz="2000" cap="none"/>
            </a:lvl5pPr>
            <a:lvl6pPr marL="2286000" indent="0">
              <a:buNone/>
              <a:defRPr lang="en-us" sz="2000" cap="none"/>
            </a:lvl6pPr>
            <a:lvl7pPr marL="2743200" indent="0">
              <a:buNone/>
              <a:defRPr lang="en-us" sz="2000" cap="none"/>
            </a:lvl7pPr>
            <a:lvl8pPr marL="3200400" indent="0">
              <a:buNone/>
              <a:defRPr lang="en-us" sz="2000" cap="none"/>
            </a:lvl8pPr>
            <a:lvl9pPr marL="3657600" indent="0">
              <a:buNone/>
              <a:defRPr lang="en-us" sz="2000" cap="none"/>
            </a:lvl9pPr>
          </a:lstStyle>
          <a:p>
            <a:pPr>
              <a:defRPr lang="en-us"/>
            </a:pPr>
          </a:p>
        </p:txBody>
      </p:sp>
      <p:sp>
        <p:nvSpPr>
          <p:cNvPr id="4" name="Text Placeholder 3"/>
          <p:cNvSpPr>
            <a:spLocks noGrp="1" noChangeArrowheads="1"/>
            <a:extLst>
              <a:ext uri="smNativeData">
                <pr:smNativeData xmlns:pr="smNativeData" xmlns="smNativeData" val="SMDATA_15_9lpf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BwsAAAUhAADHLAAA+CUAABAAAAAmAAAACAAAAAGAAAAAAAAA"/>
              </a:ext>
            </a:extLst>
          </p:cNvSpPr>
          <p:nvPr>
            <p:ph idx="2"/>
          </p:nvPr>
        </p:nvSpPr>
        <p:spPr>
          <a:xfrm>
            <a:off x="1792605" y="5367655"/>
            <a:ext cx="5486400" cy="804545"/>
          </a:xfrm>
        </p:spPr>
        <p:txBody>
          <a:bodyPr/>
          <a:lstStyle>
            <a:lvl1pPr marL="0" indent="0">
              <a:buNone/>
              <a:defRPr lang="en-us" sz="1400" cap="none"/>
            </a:lvl1pPr>
            <a:lvl2pPr marL="457200" indent="0">
              <a:buNone/>
              <a:defRPr lang="en-us" sz="1200" cap="none"/>
            </a:lvl2pPr>
            <a:lvl3pPr marL="914400" indent="0">
              <a:buNone/>
              <a:defRPr lang="en-us" sz="1000" cap="none"/>
            </a:lvl3pPr>
            <a:lvl4pPr marL="1371600" indent="0">
              <a:buNone/>
              <a:defRPr lang="en-us" sz="900" cap="none"/>
            </a:lvl4pPr>
            <a:lvl5pPr marL="1828800" indent="0">
              <a:buNone/>
              <a:defRPr lang="en-us" sz="900" cap="none"/>
            </a:lvl5pPr>
            <a:lvl6pPr marL="2286000" indent="0">
              <a:buNone/>
              <a:defRPr lang="en-us" sz="900" cap="none"/>
            </a:lvl6pPr>
            <a:lvl7pPr marL="2743200" indent="0">
              <a:buNone/>
              <a:defRPr lang="en-us" sz="900" cap="none"/>
            </a:lvl7pPr>
            <a:lvl8pPr marL="3200400" indent="0">
              <a:buNone/>
              <a:defRPr lang="en-us" sz="900" cap="none"/>
            </a:lvl8pPr>
            <a:lvl9pPr marL="3657600" indent="0">
              <a:buNone/>
              <a:defRPr lang="en-us" sz="900" cap="none"/>
            </a:lvl9pPr>
          </a:lstStyle>
          <a:p>
            <a:pPr>
              <a:defRPr lang="en-us"/>
            </a:pPr>
            <a:r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  <a:extLst>
              <a:ext uri="smNativeData">
                <pr:smNativeData xmlns:pr="smNativeData" xmlns="smNativeData" val="SMDATA_15_9lpf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BonAADwDwAAWSk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en-us"/>
            </a:pPr>
            <a:fld id="{48C77C5F-11A5-928A-EB7F-E7DF32311DB2}" type="datetime1">
              <a:t>1/8/2026</a:t>
            </a:fld>
          </a:p>
        </p:txBody>
      </p:sp>
      <p:sp>
        <p:nvSpPr>
          <p:cNvPr id="6" name="Footer Placeholder 5"/>
          <p:cNvSpPr>
            <a:spLocks noGrp="1" noChangeArrowheads="1"/>
            <a:extLst>
              <a:ext uri="smNativeData">
                <pr:smNativeData xmlns:pr="smNativeData" xmlns="smNativeData" val="SMDATA_15_9lpf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BMAABonAAAIJ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en-us"/>
            </a:pPr>
          </a:p>
        </p:txBody>
      </p:sp>
      <p:sp>
        <p:nvSpPr>
          <p:cNvPr id="7" name="Slide Number Placeholder 6"/>
          <p:cNvSpPr>
            <a:spLocks noGrp="1" noChangeArrowheads="1"/>
            <a:extLst>
              <a:ext uri="smNativeData">
                <pr:smNativeData xmlns:pr="smNativeData" xmlns="smNativeData" val="SMDATA_15_9lpf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CgAABonAABwNQ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en-us"/>
            </a:pPr>
            <a:fld id="{132FCB34-7AFE-7A3D-B097-8C6885D946D9}" type="slidenum">
              <a:t>‹#›</a:t>
            </a:fld>
          </a:p>
        </p:txBody>
      </p:sp>
    </p:spTree>
  </p:cSld>
  <p:clrMapOvr>
    <a:masterClrMapping/>
  </p:clrMapOvr>
  <p:hf hdr="0" ftr="0"/>
</p:sldLayout>
</file>

<file path=ppt/slideLayouts/slideLayout10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pr="smNativeData" xmlns="smNativeData" val="SMDATA_15_9lpf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LEBAABwNQAAuQg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>
              <a:defRPr lang="en-us"/>
            </a:pPr>
            <a:r>
              <a:t>Click to edit Master title style</a:t>
            </a:r>
          </a:p>
        </p:txBody>
      </p:sp>
      <p:sp>
        <p:nvSpPr>
          <p:cNvPr id="3" name="Vertical Text Placeholder 2"/>
          <p:cNvSpPr>
            <a:spLocks noGrp="1" noChangeArrowheads="1"/>
            <a:extLst>
              <a:ext uri="smNativeData">
                <pr:smNativeData xmlns:pr="smNativeData" xmlns="smNativeData" val="SMDATA_15_9lpfaRMAAAAlAAAAZAAAAA0AAAAAkAAAAEgAAACQAAAASAAAAAAAAAAAAAAAAQ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NgJAABwNQAAsCUAABAAAAAmAAAACAAAAAIAAAAAAAAA"/>
              </a:ext>
            </a:extLst>
          </p:cNvSpPr>
          <p:nvPr>
            <p:ph idx="1"/>
          </p:nvPr>
        </p:nvSpPr>
        <p:spPr/>
        <p:txBody>
          <a:bodyPr vert="vert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>
              <a:defRPr lang="en-us"/>
            </a:pPr>
            <a:r>
              <a:t>Click to edit Master text styles</a:t>
            </a:r>
          </a:p>
          <a:p>
            <a:pPr lvl="1">
              <a:defRPr lang="en-us"/>
            </a:pPr>
            <a:r>
              <a:t>Second level</a:t>
            </a:r>
          </a:p>
          <a:p>
            <a:pPr lvl="2">
              <a:defRPr lang="en-us"/>
            </a:pPr>
            <a:r>
              <a:t>Third level</a:t>
            </a:r>
          </a:p>
          <a:p>
            <a:pPr lvl="3">
              <a:defRPr lang="en-us"/>
            </a:pPr>
            <a:r>
              <a:t>Fourth level</a:t>
            </a:r>
          </a:p>
          <a:p>
            <a:pPr lvl="4">
              <a:defRPr lang="en-us"/>
            </a:pPr>
            <a:r>
              <a:t>Fifth level</a:t>
            </a:r>
          </a:p>
        </p:txBody>
      </p:sp>
      <p:sp>
        <p:nvSpPr>
          <p:cNvPr id="4" name="Date Placeholder 3"/>
          <p:cNvSpPr>
            <a:spLocks noGrp="1" noChangeArrowheads="1"/>
            <a:extLst>
              <a:ext uri="smNativeData">
                <pr:smNativeData xmlns:pr="smNativeData" xmlns="smNativeData" val="SMDATA_15_9lpf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BonAADwDwAAWSk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en-us"/>
            </a:pPr>
            <a:fld id="{700AEF22-6C9D-5F19-D3B2-9A4CA1FC25CF}" type="datetime1">
              <a:t>1/8/2026</a:t>
            </a:fld>
          </a:p>
        </p:txBody>
      </p:sp>
      <p:sp>
        <p:nvSpPr>
          <p:cNvPr id="5" name="Footer Placeholder 4"/>
          <p:cNvSpPr>
            <a:spLocks noGrp="1" noChangeArrowheads="1"/>
            <a:extLst>
              <a:ext uri="smNativeData">
                <pr:smNativeData xmlns:pr="smNativeData" xmlns="smNativeData" val="SMDATA_15_9lpf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BMAABonAAAIJ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en-us"/>
            </a:pPr>
          </a:p>
        </p:txBody>
      </p:sp>
      <p:sp>
        <p:nvSpPr>
          <p:cNvPr id="6" name="Slide Number Placeholder 5"/>
          <p:cNvSpPr>
            <a:spLocks noGrp="1" noChangeArrowheads="1"/>
            <a:extLst>
              <a:ext uri="smNativeData">
                <pr:smNativeData xmlns:pr="smNativeData" xmlns="smNativeData" val="SMDATA_15_9lpf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CgAABonAABwNQ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en-us"/>
            </a:pPr>
            <a:fld id="{339B34D7-99DE-CEC2-9023-6F977A6D663A}" type="slidenum">
              <a:t>‹#›</a:t>
            </a:fld>
          </a:p>
        </p:txBody>
      </p:sp>
    </p:spTree>
  </p:cSld>
  <p:clrMapOvr>
    <a:masterClrMapping/>
  </p:clrMapOvr>
  <p:hf hdr="0" ftr="0"/>
</p:sldLayout>
</file>

<file path=ppt/slideLayouts/slideLayout11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 noChangeArrowheads="1"/>
            <a:extLst>
              <a:ext uri="smNativeData">
                <pr:smNativeData xmlns:pr="smNativeData" xmlns="smNativeData" val="SMDATA_15_9lpfaRMAAAAlAAAAZAAAAA0AAAAAkAAAAEgAAACQAAAASAAAAAAAAAABAAAAAQ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yCgAALEBAABwNQAAsCUAABAAAAAmAAAACAAAAAMAAAAAAAAA"/>
              </a:ext>
            </a:extLst>
          </p:cNvSpPr>
          <p:nvPr>
            <p:ph type="title"/>
          </p:nvPr>
        </p:nvSpPr>
        <p:spPr>
          <a:xfrm>
            <a:off x="6629400" y="274955"/>
            <a:ext cx="2057400" cy="5851525"/>
          </a:xfrm>
        </p:spPr>
        <p:txBody>
          <a:bodyPr vert="vert" wrap="square" lIns="91440" tIns="45720" rIns="91440" bIns="45720" numCol="1" spcCol="215900" anchor="ctr">
            <a:prstTxWarp prst="textNoShape">
              <a:avLst/>
            </a:prstTxWarp>
          </a:bodyPr>
          <a:lstStyle/>
          <a:p>
            <a:pPr>
              <a:defRPr lang="en-us"/>
            </a:pPr>
            <a:r>
              <a:t>Click to edit Master title style</a:t>
            </a:r>
          </a:p>
        </p:txBody>
      </p:sp>
      <p:sp>
        <p:nvSpPr>
          <p:cNvPr id="3" name="Vertical Text Placeholder 2"/>
          <p:cNvSpPr>
            <a:spLocks noGrp="1" noChangeArrowheads="1"/>
            <a:extLst>
              <a:ext uri="smNativeData">
                <pr:smNativeData xmlns:pr="smNativeData" xmlns="smNativeData" val="SMDATA_15_9lpfaRMAAAAlAAAAZAAAAA0AAAAAkAAAAEgAAACQAAAASAAAAAAAAAAAAAAAAQ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LEBAADYJwAAsCUAABAAAAAmAAAACAAAAAMAAAAAAAAA"/>
              </a:ext>
            </a:extLst>
          </p:cNvSpPr>
          <p:nvPr>
            <p:ph idx="1"/>
          </p:nvPr>
        </p:nvSpPr>
        <p:spPr>
          <a:xfrm>
            <a:off x="457200" y="274955"/>
            <a:ext cx="6019800" cy="5851525"/>
          </a:xfrm>
        </p:spPr>
        <p:txBody>
          <a:bodyPr vert="vert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>
              <a:defRPr lang="en-us"/>
            </a:pPr>
            <a:r>
              <a:t>Click to edit Master text styles</a:t>
            </a:r>
          </a:p>
          <a:p>
            <a:pPr lvl="1">
              <a:defRPr lang="en-us"/>
            </a:pPr>
            <a:r>
              <a:t>Second level</a:t>
            </a:r>
          </a:p>
          <a:p>
            <a:pPr lvl="2">
              <a:defRPr lang="en-us"/>
            </a:pPr>
            <a:r>
              <a:t>Third level</a:t>
            </a:r>
          </a:p>
          <a:p>
            <a:pPr lvl="3">
              <a:defRPr lang="en-us"/>
            </a:pPr>
            <a:r>
              <a:t>Fourth level</a:t>
            </a:r>
          </a:p>
          <a:p>
            <a:pPr lvl="4">
              <a:defRPr lang="en-us"/>
            </a:pPr>
            <a:r>
              <a:t>Fifth level</a:t>
            </a:r>
          </a:p>
        </p:txBody>
      </p:sp>
      <p:sp>
        <p:nvSpPr>
          <p:cNvPr id="4" name="Date Placeholder 3"/>
          <p:cNvSpPr>
            <a:spLocks noGrp="1" noChangeArrowheads="1"/>
            <a:extLst>
              <a:ext uri="smNativeData">
                <pr:smNativeData xmlns:pr="smNativeData" xmlns="smNativeData" val="SMDATA_15_9lpf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BonAADwDwAAWSk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en-us"/>
            </a:pPr>
            <a:fld id="{53CBB012-5CBE-9E46-F073-AA13FE3D06FF}" type="datetime1">
              <a:t>1/8/2026</a:t>
            </a:fld>
          </a:p>
        </p:txBody>
      </p:sp>
      <p:sp>
        <p:nvSpPr>
          <p:cNvPr id="5" name="Footer Placeholder 4"/>
          <p:cNvSpPr>
            <a:spLocks noGrp="1" noChangeArrowheads="1"/>
            <a:extLst>
              <a:ext uri="smNativeData">
                <pr:smNativeData xmlns:pr="smNativeData" xmlns="smNativeData" val="SMDATA_15_9lpf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BMAABonAAAIJ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en-us"/>
            </a:pPr>
          </a:p>
        </p:txBody>
      </p:sp>
      <p:sp>
        <p:nvSpPr>
          <p:cNvPr id="6" name="Slide Number Placeholder 5"/>
          <p:cNvSpPr>
            <a:spLocks noGrp="1" noChangeArrowheads="1"/>
            <a:extLst>
              <a:ext uri="smNativeData">
                <pr:smNativeData xmlns:pr="smNativeData" xmlns="smNativeData" val="SMDATA_15_9lpf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CgAABonAABwNQ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en-us"/>
            </a:pPr>
            <a:fld id="{2DAB799C-D2C0-FE8F-8E13-24DA375D7871}" type="slidenum">
              <a:t>‹#›</a:t>
            </a:fld>
          </a:p>
        </p:txBody>
      </p:sp>
    </p:spTree>
  </p:cSld>
  <p:clrMapOvr>
    <a:masterClrMapping/>
  </p:clrMapOvr>
  <p:hf hdr="0" ftr="0"/>
</p:sldLayout>
</file>

<file path=ppt/slideMasters/_rels/slideMaster1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 noChangeArrowheads="1"/>
            <a:extLst>
              <a:ext uri="smNativeData">
                <pr:smNativeData xmlns:pr="smNativeData" xmlns="smNativeData" val="SMDATA_15_9lpfaR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0AIAALEBAABwNQAAuQgAABAAAAAmAAAACAAAAL8vAAAAAAAA"/>
              </a:ext>
            </a:extLst>
          </p:cNvSpPr>
          <p:nvPr>
            <p:ph type="title"/>
          </p:nvPr>
        </p:nvSpPr>
        <p:spPr>
          <a:xfrm>
            <a:off x="457200" y="274955"/>
            <a:ext cx="8229600" cy="1143000"/>
          </a:xfrm>
          <a:prstGeom prst="rect">
            <a:avLst/>
          </a:prstGeo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/>
          <a:p>
            <a:pPr>
              <a:defRPr lang="en-us"/>
            </a:pPr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 noChangeArrowheads="1"/>
            <a:extLst>
              <a:ext uri="smNativeData">
                <pr:smNativeData xmlns:pr="smNativeData" xmlns="smNativeData" val="SMDATA_15_9lpfaR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GE6Z3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0AIAANgJAABwNQAAsCUAABAAAAAmAAAACAAAAD8vAAAAAAAA"/>
              </a:ext>
            </a:extLst>
          </p:cNvSpPr>
          <p:nvPr>
            <p:ph type="body" idx="1"/>
          </p:nvPr>
        </p:nvSpPr>
        <p:spPr>
          <a:xfrm>
            <a:off x="457200" y="1600200"/>
            <a:ext cx="8229600" cy="4526280"/>
          </a:xfrm>
          <a:prstGeom prst="rect">
            <a:avLst/>
          </a:prstGeo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>
              <a:defRPr lang="en-us"/>
            </a:pPr>
            <a:r>
              <a:t>Click to edit Master text styles</a:t>
            </a:r>
          </a:p>
          <a:p>
            <a:pPr lvl="1">
              <a:defRPr lang="en-us"/>
            </a:pPr>
            <a:r>
              <a:t>Second level</a:t>
            </a:r>
          </a:p>
          <a:p>
            <a:pPr lvl="2">
              <a:defRPr lang="en-us"/>
            </a:pPr>
            <a:r>
              <a:t>Third level</a:t>
            </a:r>
          </a:p>
          <a:p>
            <a:pPr lvl="3">
              <a:defRPr lang="en-us"/>
            </a:pPr>
            <a:r>
              <a:t>Fourth level</a:t>
            </a:r>
          </a:p>
          <a:p>
            <a:pPr lvl="4">
              <a:defRPr lang="en-us"/>
            </a:pPr>
            <a:r>
              <a:t>Fifth level</a:t>
            </a:r>
          </a:p>
        </p:txBody>
      </p:sp>
      <p:sp>
        <p:nvSpPr>
          <p:cNvPr id="4" name="Date Placeholder 3"/>
          <p:cNvSpPr>
            <a:spLocks noGrp="1" noChangeArrowheads="1"/>
            <a:extLst>
              <a:ext uri="smNativeData">
                <pr:smNativeData xmlns:pr="smNativeData" xmlns="smNativeData" val="SMDATA_15_9lpfaR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GxyIHY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0AIAABonAADwDwAAWSkAABAAAAAmAAAACAAAAL+PAAAAAAAA"/>
              </a:ext>
            </a:extLst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>
            <a:lvl1pPr algn="l">
              <a:defRPr lang="en-us" sz="1200" cap="none">
                <a:solidFill>
                  <a:srgbClr val="8C8C8C"/>
                </a:solidFill>
              </a:defRPr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  <a:lvl6pPr>
              <a:defRPr lang="en-us"/>
            </a:lvl6pPr>
            <a:lvl7pPr>
              <a:defRPr lang="en-us"/>
            </a:lvl7pPr>
            <a:lvl8pPr>
              <a:defRPr lang="en-us"/>
            </a:lvl8pPr>
            <a:lvl9pPr>
              <a:defRPr lang="en-us"/>
            </a:lvl9pPr>
          </a:lstStyle>
          <a:p>
            <a:pPr>
              <a:defRPr lang="en-us"/>
            </a:pPr>
            <a:fld id="{5553F325-6BB8-0605-F6EB-9D50BDA500C8}" type="datetime1">
              <a:t/>
            </a:fld>
          </a:p>
        </p:txBody>
      </p:sp>
      <p:sp>
        <p:nvSpPr>
          <p:cNvPr id="5" name="Footer Placeholder 4"/>
          <p:cNvSpPr>
            <a:spLocks noGrp="1" noChangeArrowheads="1"/>
            <a:extLst>
              <a:ext uri="smNativeData">
                <pr:smNativeData xmlns:pr="smNativeData" xmlns="smNativeData" val="SMDATA_15_9lpfaR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C8+PG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OBMAABonAAAIJQAAWSkAABAAAAAmAAAACAAAAL+PAAAAAAAA"/>
              </a:ext>
            </a:extLst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>
            <a:lvl1pPr algn="ctr">
              <a:defRPr lang="en-us" sz="1200" cap="none">
                <a:solidFill>
                  <a:srgbClr val="8C8C8C"/>
                </a:solidFill>
              </a:defRPr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  <a:lvl6pPr>
              <a:defRPr lang="en-us"/>
            </a:lvl6pPr>
            <a:lvl7pPr>
              <a:defRPr lang="en-us"/>
            </a:lvl7pPr>
            <a:lvl8pPr>
              <a:defRPr lang="en-us"/>
            </a:lvl8pPr>
            <a:lvl9pPr>
              <a:defRPr lang="en-us"/>
            </a:lvl9pPr>
          </a:lstStyle>
          <a:p>
            <a:pPr>
              <a:defRPr lang="en-us"/>
            </a:pPr>
          </a:p>
        </p:txBody>
      </p:sp>
      <p:sp>
        <p:nvSpPr>
          <p:cNvPr id="6" name="Slide Number Placeholder 5"/>
          <p:cNvSpPr>
            <a:spLocks noGrp="1" noChangeArrowheads="1"/>
            <a:extLst>
              <a:ext uri="smNativeData">
                <pr:smNativeData xmlns:pr="smNativeData" xmlns="smNativeData" val="SMDATA_15_9lpfaR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OqzoOs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UCgAABonAABwNQAAWSkAABAAAAAmAAAACAAAAL+PAAAAAAAA"/>
              </a:ext>
            </a:extLst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>
            <a:lvl1pPr algn="r">
              <a:defRPr lang="en-us" sz="1200" cap="none">
                <a:solidFill>
                  <a:srgbClr val="8C8C8C"/>
                </a:solidFill>
              </a:defRPr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  <a:lvl6pPr>
              <a:defRPr lang="en-us"/>
            </a:lvl6pPr>
            <a:lvl7pPr>
              <a:defRPr lang="en-us"/>
            </a:lvl7pPr>
            <a:lvl8pPr>
              <a:defRPr lang="en-us"/>
            </a:lvl8pPr>
            <a:lvl9pPr>
              <a:defRPr lang="en-us"/>
            </a:lvl9pPr>
          </a:lstStyle>
          <a:p>
            <a:pPr>
              <a:defRPr lang="en-us"/>
            </a:pPr>
            <a:fld id="{019B6F84-CAEC-CE99-A223-3CCC216D5469}" type="slidenum">
              <a:t/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marL="0" marR="0" indent="0" algn="ctr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44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1pPr>
      <a:lvl2pPr marL="457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2pPr>
      <a:lvl3pPr marL="914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3pPr>
      <a:lvl4pPr marL="1371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4pPr>
      <a:lvl5pPr marL="18288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5pPr>
      <a:lvl6pPr marL="22860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6pPr>
      <a:lvl7pPr marL="2743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7pPr>
      <a:lvl8pPr marL="3200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8pPr>
      <a:lvl9pPr marL="3657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9pPr>
    </p:titleStyle>
    <p:bodyStyle>
      <a:lvl1pPr marL="342900" marR="0" indent="-3429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itchFamily="1" charset="0"/>
        <a:buChar char="•"/>
        <a:tabLst/>
        <a:defRPr lang="en-us" sz="32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1pPr>
      <a:lvl2pPr marL="742950" marR="0" indent="-28575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itchFamily="1" charset="0"/>
        <a:buChar char="–"/>
        <a:tabLst/>
        <a:defRPr lang="en-us" sz="2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2pPr>
      <a:lvl3pPr marL="11430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itchFamily="1" charset="0"/>
        <a:buChar char="•"/>
        <a:tabLst/>
        <a:defRPr lang="en-us" sz="24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3pPr>
      <a:lvl4pPr marL="16002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itchFamily="1" charset="0"/>
        <a:buChar char="–"/>
        <a:tabLst/>
        <a:defRPr lang="en-us" sz="20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4pPr>
      <a:lvl5pPr marL="20574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itchFamily="1" charset="0"/>
        <a:buChar char="»"/>
        <a:tabLst/>
        <a:defRPr lang="en-us" sz="20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5pPr>
      <a:lvl6pPr marL="25146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itchFamily="1" charset="0"/>
        <a:buChar char="•"/>
        <a:tabLst/>
        <a:defRPr lang="en-us" sz="20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6pPr>
      <a:lvl7pPr marL="29718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itchFamily="1" charset="0"/>
        <a:buChar char="•"/>
        <a:tabLst/>
        <a:defRPr lang="en-us" sz="20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7pPr>
      <a:lvl8pPr marL="34290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itchFamily="1" charset="0"/>
        <a:buChar char="•"/>
        <a:tabLst/>
        <a:defRPr lang="en-us" sz="20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8pPr>
      <a:lvl9pPr marL="38862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itchFamily="1" charset="0"/>
        <a:buChar char="•"/>
        <a:tabLst/>
        <a:defRPr lang="en-us" sz="20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9pPr>
    </p:bodyStyle>
    <p:otherStyle>
      <a:lvl1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1pPr>
      <a:lvl2pPr marL="457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2pPr>
      <a:lvl3pPr marL="914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3pPr>
      <a:lvl4pPr marL="1371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4pPr>
      <a:lvl5pPr marL="18288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5pPr>
      <a:lvl6pPr marL="22860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6pPr>
      <a:lvl7pPr marL="2743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7pPr>
      <a:lvl8pPr marL="3200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8pPr>
      <a:lvl9pPr marL="3657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9pPr>
    </p:otherStyle>
  </p:txStyles>
</p:sldMaster>
</file>

<file path=ppt/slides/_rels/slide1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s/_rels/slide2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s/_rels/slide3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/Relationships>
</file>

<file path=ppt/slides/_rels/slide4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svg"/></Relationships>
</file>

<file path=ppt/slides/_rels/slide5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s/_rels/slide6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svg"/></Relationships>
</file>

<file path=ppt/slides/_rels/slide7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svg"/></Relationships>
</file>

<file path=ppt/slides/_rels/slide8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s/_rels/slide9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s/_rels/slide10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s/_rels/slide11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eg"/></Relationships>
</file>

<file path=ppt/slides/_rels/slide12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s/_rels/slide13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s/_rels/slide14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svg"/></Relationships>
</file>

<file path=ppt/slides/_rels/slide15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svg"/></Relationships>
</file>

<file path=ppt/slides/_rels/slide16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s/_rels/slide17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svg"/></Relationships>
</file>

<file path=ppt/slides/_rels/slide18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svg"/></Relationships>
</file>

<file path=ppt/slides/_rels/slide19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image" Target="../media/image8.png"/></Relationships>
</file>

<file path=ppt/slides/slide1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bg>
      <p:bgPr>
        <a:solidFill>
          <a:srgbClr val="0A1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extLst>
              <a:ext uri="smNativeData">
                <pr:smNativeData xmlns:pr="smNativeData" xmlns="smNativeData" val="SMDATA_6_9lpfaRMAAAAlAAAAAQAAAA8BAAAAkAAAAEgAAACQAAAASAAAAAAAAAAAAAAAAAAAABcAAAAUAAAAAAAAAAAAAAD/fwAA/38AAAAAAAAJAAAABAAAAIClCTUfAAAAVAAAAAAAAAAAAAAAAAAAAAAAAAAAAAAAAAAAAAAAAAAAAAAAAAAAAAAAAAAAAAAAAAAAAAAAAAAAAAAAAAAAAAAAAAAAAAAAAAAAAAAAAAAAAAAAAAAAACEAAAAYAAAAFAAAAAJJAAAAAAAAgHAAAEg/AAAQAAAAJgAAAAgAAAD/////AAAAAA=="/>
              </a:ext>
            </a:extLst>
          </p:cNvGrpSpPr>
          <p:nvPr/>
        </p:nvGrpSpPr>
        <p:grpSpPr>
          <a:xfrm>
            <a:off x="11868150" y="0"/>
            <a:ext cx="6419850" cy="10287000"/>
            <a:chOff x="11868150" y="0"/>
            <a:chExt cx="6419850" cy="10287000"/>
          </a:xfrm>
        </p:grpSpPr>
        <p:sp>
          <p:nvSpPr>
            <p:cNvPr id="3" name="Freeform 3"/>
            <p:cNvSpPr>
              <a:extLst>
                <a:ext uri="smNativeData">
                  <pr:smNativeData xmlns:pr="smNativeData" xmlns="smNativeData" val="SMDATA_15_9lpfaRMAAAAlAAAACwAAAA0AAAAAAAAAAAAAAAAeBgAAzgkAAAAAAAAAAAAAAAAAAAEAAABQAAAAAAAAAAAA4D8AAAAAAADgPwAAAAAAAOA/AAAAAAAA4D8AAAAAAADgPwAAAAAAAOA/AAAAAAAA4D8AAAAAAADgPwAAAAAAAOA/AAAAAAAA4D8CAAAAjAAAAAEAAAACAAAA////AP///wgAAAAAAAAAAAFP9h1ZfEfim65ySkX4kgQB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9P///wAAAAD0////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AkkAAAAAAACAcAAASD8AAAAAAAAmAAAACAAAAP//////////"/>
                </a:ext>
              </a:extLst>
            </p:cNvSpPr>
            <p:nvPr/>
          </p:nvSpPr>
          <p:spPr>
            <a:xfrm>
              <a:off x="11868150" y="0"/>
              <a:ext cx="6419850" cy="10287000"/>
            </a:xfrm>
            <a:custGeom>
              <a:avLst/>
              <a:gdLst/>
              <a:ahLst/>
              <a:cxnLst/>
              <a:rect l="0" t="0" r="6419850" b="10287000"/>
              <a:pathLst>
                <a:path w="6419850" h="10287000">
                  <a:moveTo>
                    <a:pt x="0" y="0"/>
                  </a:moveTo>
                  <a:lnTo>
                    <a:pt x="6419850" y="0"/>
                  </a:lnTo>
                  <a:lnTo>
                    <a:pt x="6419850" y="10287000"/>
                  </a:lnTo>
                  <a:lnTo>
                    <a:pt x="0" y="10287000"/>
                  </a:lnTo>
                  <a:close/>
                </a:path>
              </a:pathLst>
            </a:custGeom>
            <a:blipFill>
              <a:blip r:embed="rId2"/>
              <a:srcRect/>
              <a:stretch>
                <a:fillRect l="0" t="-120" r="0" b="-120"/>
              </a:stretch>
            </a:blipFill>
            <a:ln>
              <a:noFill/>
            </a:ln>
            <a:effectLst/>
          </p:spPr>
        </p:sp>
      </p:grpSp>
      <p:grpSp>
        <p:nvGrpSpPr>
          <p:cNvPr id="4" name="Group 4"/>
          <p:cNvGrpSpPr>
            <a:extLst>
              <a:ext uri="smNativeData">
                <pr:smNativeData xmlns:pr="smNativeData" xmlns="smNativeData" val="SMDATA_6_9lpfaRMAAAAlAAAAAQAAAA8BAAAAkAAAAEgAAACQAAAASAAAAAAAAAAAAAAAAAAAABcAAAAUAAAAAAAAAAAAAAD/fwAA/38AAAAAAAAJAAAABAAAACClCTUfAAAAVAAAAAAAAAAAAAAAAAAAAAAAAAAAAAAAAAAAAAAAAAAAAAAAAAAAAAAAAAAAAAAAAAAAAAAAAAAAAAAAAAAAAAAAAAAAAAAAAAAAAAAAAAAAAAAAAAAAACEAAAAYAAAAFAAAABoEAAAaBAAAKUAAANwgAAAQAAAAJgAAAAgAAAD/////AAAAAA=="/>
              </a:ext>
            </a:extLst>
          </p:cNvGrpSpPr>
          <p:nvPr/>
        </p:nvGrpSpPr>
        <p:grpSpPr>
          <a:xfrm>
            <a:off x="666750" y="666750"/>
            <a:ext cx="9763125" cy="4674870"/>
            <a:chOff x="666750" y="666750"/>
            <a:chExt cx="9763125" cy="4674870"/>
          </a:xfrm>
        </p:grpSpPr>
        <p:sp>
          <p:nvSpPr>
            <p:cNvPr id="6" name="TextBox 5"/>
            <p:cNvSpPr>
              <a:extLst>
                <a:ext uri="smNativeData">
                  <pr:smNativeData xmlns:pr="smNativeData" xmlns="smNativeData" val="SMDATA_15_9lpfaR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GgQAAJwJAAApQAAA3CAAAAAgAAAmAAAACAAAAP//////////"/>
                </a:ext>
              </a:extLst>
            </p:cNvSpPr>
            <p:nvPr/>
          </p:nvSpPr>
          <p:spPr>
            <a:xfrm>
              <a:off x="666750" y="1562100"/>
              <a:ext cx="9763125" cy="377952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0" rIns="0" bIns="0" numCol="1" spcCol="215900" anchor="t"/>
            <a:lstStyle/>
            <a:p>
              <a:pPr marL="0" indent="0" algn="l">
                <a:lnSpc>
                  <a:spcPts val="9295"/>
                </a:lnSpc>
                <a:defRPr lang="en-us"/>
              </a:pPr>
              <a:r>
                <a:rPr lang="en-us" sz="9295" cap="none" spc="-51">
                  <a:solidFill>
                    <a:srgbClr val="BAE1FF"/>
                  </a:solidFill>
                  <a:latin typeface="ITC Avant Garde Gothic" pitchFamily="0" charset="0"/>
                  <a:ea typeface="ITC Avant Garde Gothic" pitchFamily="0" charset="0"/>
                  <a:cs typeface="ITC Avant Garde Gothic" pitchFamily="0" charset="0"/>
                </a:rPr>
                <a:t>Privacy-Preserving Federated Learning</a:t>
              </a:r>
              <a:endParaRPr lang="en-us" sz="9295" cap="none" spc="-51">
                <a:solidFill>
                  <a:srgbClr val="BAE1FF"/>
                </a:solidFill>
                <a:latin typeface="ITC Avant Garde Gothic" pitchFamily="0" charset="0"/>
                <a:ea typeface="ITC Avant Garde Gothic" pitchFamily="0" charset="0"/>
                <a:cs typeface="ITC Avant Garde Gothic" pitchFamily="0" charset="0"/>
              </a:endParaRPr>
            </a:p>
          </p:txBody>
        </p:sp>
        <p:sp>
          <p:nvSpPr>
            <p:cNvPr id="5" name="TextBox 6"/>
            <p:cNvSpPr>
              <a:extLst>
                <a:ext uri="smNativeData">
                  <pr:smNativeData xmlns:pr="smNativeData" xmlns="smNativeData" val="SMDATA_15_9lpfaR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GgQAAJ4DAAApQAAAggYAAAAgAAAmAAAACAAAAP//////////"/>
                </a:ext>
              </a:extLst>
            </p:cNvSpPr>
            <p:nvPr/>
          </p:nvSpPr>
          <p:spPr>
            <a:xfrm>
              <a:off x="666750" y="588010"/>
              <a:ext cx="9763125" cy="46990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0" rIns="0" bIns="0" numCol="1" spcCol="215900" anchor="t"/>
            <a:lstStyle/>
            <a:p>
              <a:pPr marL="0" indent="0" algn="l">
                <a:lnSpc>
                  <a:spcPts val="3640"/>
                </a:lnSpc>
                <a:spcBef>
                  <a:spcPts val="0"/>
                </a:spcBef>
                <a:defRPr lang="en-us"/>
              </a:pPr>
              <a:r>
                <a:rPr lang="en-us" sz="2600" cap="none">
                  <a:solidFill>
                    <a:srgbClr val="DCEEFF"/>
                  </a:solidFill>
                  <a:latin typeface="ITC Avant Garde Gothic" pitchFamily="0" charset="0"/>
                  <a:ea typeface="ITC Avant Garde Gothic" pitchFamily="0" charset="0"/>
                  <a:cs typeface="ITC Avant Garde Gothic" pitchFamily="0" charset="0"/>
                </a:rPr>
                <a:t>ARCH-FL TECHNOLOGIES</a:t>
              </a:r>
              <a:endParaRPr lang="en-us" sz="2600" cap="none">
                <a:solidFill>
                  <a:srgbClr val="DCEEFF"/>
                </a:solidFill>
                <a:latin typeface="ITC Avant Garde Gothic" pitchFamily="0" charset="0"/>
                <a:ea typeface="ITC Avant Garde Gothic" pitchFamily="0" charset="0"/>
                <a:cs typeface="ITC Avant Garde Gothic" pitchFamily="0" charset="0"/>
              </a:endParaRPr>
            </a:p>
          </p:txBody>
        </p:sp>
      </p:grpSp>
      <p:sp>
        <p:nvSpPr>
          <p:cNvPr id="7" name="TextBox 7"/>
          <p:cNvSpPr>
            <a:extLst>
              <a:ext uri="smNativeData">
                <pr:smNativeData xmlns:pr="smNativeData" xmlns="smNativeData" val="SMDATA_15_9lpfaR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FQQAAHs4AABXMAAAOjsAABAgAAAmAAAACAAAAP//////////"/>
              </a:ext>
            </a:extLst>
          </p:cNvSpPr>
          <p:nvPr/>
        </p:nvSpPr>
        <p:spPr>
          <a:xfrm>
            <a:off x="663575" y="9181465"/>
            <a:ext cx="7194550" cy="4464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 marL="0" indent="0" algn="l">
              <a:lnSpc>
                <a:spcPts val="3640"/>
              </a:lnSpc>
              <a:defRPr lang="en-us"/>
            </a:pPr>
            <a:r>
              <a:rPr lang="en-us" sz="2600" cap="none">
                <a:solidFill>
                  <a:srgbClr val="DCEEFF"/>
                </a:solidFill>
                <a:latin typeface="TT Fors" pitchFamily="0" charset="0"/>
                <a:ea typeface="TT Fors" pitchFamily="0" charset="0"/>
                <a:cs typeface="TT Fors" pitchFamily="0" charset="0"/>
              </a:rPr>
              <a:t>Presented by [Group 8]</a:t>
            </a:r>
            <a:endParaRPr lang="en-us" sz="2600" cap="none">
              <a:solidFill>
                <a:srgbClr val="DCEEFF"/>
              </a:solidFill>
              <a:latin typeface="TT Fors" pitchFamily="0" charset="0"/>
              <a:ea typeface="TT Fors" pitchFamily="0" charset="0"/>
              <a:cs typeface="TT Fors" pitchFamily="0" charset="0"/>
            </a:endParaRPr>
          </a:p>
        </p:txBody>
      </p:sp>
      <p:grpSp>
        <p:nvGrpSpPr>
          <p:cNvPr id="8" name="Group 8"/>
          <p:cNvGrpSpPr>
            <a:extLst>
              <a:ext uri="smNativeData">
                <pr:smNativeData xmlns:pr="smNativeData" xmlns="smNativeData" val="SMDATA_6_9lpfaRMAAAAlAAAAAQAAAA8BAAAAkAAAAEgAAACQAAAASAAAAAAAAAAAAAAAAAAAABcAAAAUAAAAAAAAAAAAAAD/fwAA/38AAAAAAAAJAAAABAAAAAAAAAAfAAAAVAAAAAAAAAAAAAAAAAAAAAAAAAAAAAAAAAAAAAAAAAAAAAAAAAAAAAAAAAAAAAAAAAAAAAAAAAAAAAAAAAAAAAAAAAAAAAAAAAAAAAAAAAAAAAAAAAAAACEAAAAYAAAAFAAAABo6AAAqMAAA6lcAADA7AAAQAAAAJgAAAAgAAAD/////AAAAAA=="/>
              </a:ext>
            </a:extLst>
          </p:cNvGrpSpPr>
          <p:nvPr/>
        </p:nvGrpSpPr>
        <p:grpSpPr>
          <a:xfrm>
            <a:off x="9444990" y="7829550"/>
            <a:ext cx="4846320" cy="1791970"/>
            <a:chOff x="9444990" y="7829550"/>
            <a:chExt cx="4846320" cy="1791970"/>
          </a:xfrm>
        </p:grpSpPr>
        <p:sp>
          <p:nvSpPr>
            <p:cNvPr id="11" name="Freeform 9"/>
            <p:cNvSpPr>
              <a:extLst>
                <a:ext uri="smNativeData">
                  <pr:smNativeData xmlns:pr="smNativeData" xmlns="smNativeData" val="SMDATA_15_9lpfaRMAAAAlAAAACwAAAA0AAAAAAAAAAAAAAACzDgAAsw4AAAAAAAAAAAAAAAAAAAEAAABQAAAAAAAAAAAA4D8AAAAAAADgPwAAAAAAAOA/AAAAAAAA4D8AAAAAAADgPwAAAAAAAOA/AAAAAAAA4D8AAAAAAADgPwAAAAAAAOA/AAAAAAAA4D8CAAAAjAAAAAEAAAACAAAA////AP///wgAAAAAAAAAAD0FGSCj8bAH5JJhLcx+bRAB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G5kUG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GjoAACowAAAgRQAAMDsAAAAAAAAmAAAACAAAAP//////////"/>
                </a:ext>
              </a:extLst>
            </p:cNvSpPr>
            <p:nvPr/>
          </p:nvSpPr>
          <p:spPr>
            <a:xfrm>
              <a:off x="9444990" y="7829550"/>
              <a:ext cx="1791970" cy="1791970"/>
            </a:xfrm>
            <a:custGeom>
              <a:avLst/>
              <a:gdLst/>
              <a:ahLst/>
              <a:cxnLst/>
              <a:rect l="0" t="0" r="1791970" b="1791970"/>
              <a:pathLst>
                <a:path w="1791970" h="1791970">
                  <a:moveTo>
                    <a:pt x="0" y="0"/>
                  </a:moveTo>
                  <a:lnTo>
                    <a:pt x="1791970" y="0"/>
                  </a:lnTo>
                  <a:lnTo>
                    <a:pt x="1791970" y="1791970"/>
                  </a:lnTo>
                  <a:lnTo>
                    <a:pt x="0" y="1791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rcRect/>
              <a:stretch/>
            </a:blipFill>
            <a:ln>
              <a:noFill/>
            </a:ln>
            <a:effectLst/>
          </p:spPr>
        </p:sp>
        <p:sp>
          <p:nvSpPr>
            <p:cNvPr id="10" name="Freeform 10"/>
            <p:cNvSpPr>
              <a:extLst>
                <a:ext uri="smNativeData">
                  <pr:smNativeData xmlns:pr="smNativeData" xmlns="smNativeData" val="SMDATA_15_9lpfaRMAAAAlAAAACwAAAA0AAAAAhwwAAAAAAAA6GwAAsw4AAAAAAAAAAAAAAAAAAAEAAABQAAAAAAAAAAAA4D8AAAAAAADgPwAAAAAAAOA/AAAAAAAA4D8AAAAAAADgPwAAAAAAAOA/AAAAAAAA4D8AAAAAAADgPwAAAAAAAOA/AAAAAAAA4D8CAAAAjAAAAAEAAAACAAAA////AP///wgAAAAAAAAAAD0FGSCj8bAH5JJhLcx+bRAB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f0MAACowAACFTgAAMDsAAAAAAAAmAAAACAAAAP//////////"/>
                </a:ext>
              </a:extLst>
            </p:cNvSpPr>
            <p:nvPr/>
          </p:nvSpPr>
          <p:spPr>
            <a:xfrm>
              <a:off x="10972165" y="7829550"/>
              <a:ext cx="1791970" cy="1791970"/>
            </a:xfrm>
            <a:custGeom>
              <a:avLst/>
              <a:gdLst/>
              <a:ahLst/>
              <a:cxnLst/>
              <a:rect l="0" t="0" r="1791970" b="1791970"/>
              <a:pathLst>
                <a:path w="1791970" h="1791970">
                  <a:moveTo>
                    <a:pt x="0" y="0"/>
                  </a:moveTo>
                  <a:lnTo>
                    <a:pt x="1791970" y="0"/>
                  </a:lnTo>
                  <a:lnTo>
                    <a:pt x="1791970" y="1791970"/>
                  </a:lnTo>
                  <a:lnTo>
                    <a:pt x="0" y="1791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rcRect/>
              <a:stretch/>
            </a:blipFill>
            <a:ln>
              <a:noFill/>
            </a:ln>
            <a:effectLst/>
          </p:spPr>
        </p:sp>
        <p:sp>
          <p:nvSpPr>
            <p:cNvPr id="9" name="Freeform 11"/>
            <p:cNvSpPr>
              <a:extLst>
                <a:ext uri="smNativeData">
                  <pr:smNativeData xmlns:pr="smNativeData" xmlns="smNativeData" val="SMDATA_15_9lpfaRMAAAAlAAAACwAAAA0AAAAADhkAAAAAAADBJwAAsw4AAAAAAAAAAAAAAAAAAAEAAABQAAAAAAAAAAAA4D8AAAAAAADgPwAAAAAAAOA/AAAAAAAA4D8AAAAAAADgPwAAAAAAAOA/AAAAAAAA4D8AAAAAAADgPwAAAAAAAOA/AAAAAAAA4D8CAAAAjAAAAAEAAAACAAAA////AP///wgAAAAAAAAAAD0FGSCj8bAH5JJhLcx+bRAB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5EwAACowAADqVwAAMDsAAAAAAAAmAAAACAAAAP//////////"/>
                </a:ext>
              </a:extLst>
            </p:cNvSpPr>
            <p:nvPr/>
          </p:nvSpPr>
          <p:spPr>
            <a:xfrm>
              <a:off x="12499340" y="7829550"/>
              <a:ext cx="1791970" cy="1791970"/>
            </a:xfrm>
            <a:custGeom>
              <a:avLst/>
              <a:gdLst/>
              <a:ahLst/>
              <a:cxnLst/>
              <a:rect l="0" t="0" r="1791970" b="1791970"/>
              <a:pathLst>
                <a:path w="1791970" h="1791970">
                  <a:moveTo>
                    <a:pt x="0" y="0"/>
                  </a:moveTo>
                  <a:lnTo>
                    <a:pt x="1791970" y="0"/>
                  </a:lnTo>
                  <a:lnTo>
                    <a:pt x="1791970" y="1791970"/>
                  </a:lnTo>
                  <a:lnTo>
                    <a:pt x="0" y="1791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rcRect/>
              <a:stretch/>
            </a:blipFill>
            <a:ln>
              <a:noFill/>
            </a:ln>
            <a:effectLst/>
          </p:spPr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bg>
      <p:bgPr>
        <a:solidFill>
          <a:srgbClr val="0A1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extLst>
              <a:ext uri="smNativeData">
                <pr:smNativeData xmlns:pr="smNativeData" xmlns="smNativeData" val="SMDATA_6_9lpfaRMAAAAlAAAAAQAAAA8BAAAAkAAAAEgAAACQAAAASAAAAAAAAAAAAAAAAAAAABcAAAAUAAAAAAAAAAAAAAD/fwAA/38AAAAAAAAJAAAABAAAAN4aAAAfAAAAVAAAAAAAAAAAAAAAAAAAAAAAAAAAAAAAAAAAAAAAAAAAAAAAAAAAAAAAAAAAAAAAAAAAAAAAAAAAAAAAAAAAAAAAAAAAAAAAAAAAAAAAAAAAAAAAAAAAACEAAAAYAAAAFAAAABoEAAAaBAAAAkkAAGcRAAAQAAAAJgAAAAgAAAD/////AAAAAA=="/>
              </a:ext>
            </a:extLst>
          </p:cNvGrpSpPr>
          <p:nvPr/>
        </p:nvGrpSpPr>
        <p:grpSpPr>
          <a:xfrm>
            <a:off x="666750" y="666750"/>
            <a:ext cx="11201400" cy="2162175"/>
            <a:chOff x="666750" y="666750"/>
            <a:chExt cx="11201400" cy="2162175"/>
          </a:xfrm>
        </p:grpSpPr>
        <p:sp>
          <p:nvSpPr>
            <p:cNvPr id="4" name="TextBox 3"/>
            <p:cNvSpPr>
              <a:extLst>
                <a:ext uri="smNativeData">
                  <pr:smNativeData xmlns:pr="smNativeData" xmlns="smNativeData" val="SMDATA_15_9lpfaR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CcAJ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GgQAAA8EAAACSQAAkAsAAAAgAAAmAAAACAAAAP//////////"/>
                </a:ext>
              </a:extLst>
            </p:cNvSpPr>
            <p:nvPr/>
          </p:nvSpPr>
          <p:spPr>
            <a:xfrm>
              <a:off x="666750" y="659765"/>
              <a:ext cx="11201400" cy="121983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0" rIns="0" bIns="0" numCol="1" spcCol="215900" anchor="t"/>
            <a:lstStyle/>
            <a:p>
              <a:pPr marL="0" indent="0" algn="l">
                <a:lnSpc>
                  <a:spcPts val="8000"/>
                </a:lnSpc>
                <a:spcBef>
                  <a:spcPts val="0"/>
                </a:spcBef>
                <a:defRPr lang="en-us"/>
              </a:pPr>
              <a:r>
                <a:rPr lang="en-us" sz="8000" cap="none" spc="-51">
                  <a:solidFill>
                    <a:srgbClr val="BAE1FF"/>
                  </a:solidFill>
                  <a:latin typeface="ITC Avant Garde Gothic" pitchFamily="0" charset="0"/>
                  <a:ea typeface="ITC Avant Garde Gothic" pitchFamily="0" charset="0"/>
                  <a:cs typeface="ITC Avant Garde Gothic" pitchFamily="0" charset="0"/>
                </a:rPr>
                <a:t>Introduction to ARCH-FL</a:t>
              </a:r>
              <a:endParaRPr lang="en-us" sz="8000" cap="none" spc="-51">
                <a:solidFill>
                  <a:srgbClr val="BAE1FF"/>
                </a:solidFill>
                <a:latin typeface="ITC Avant Garde Gothic" pitchFamily="0" charset="0"/>
                <a:ea typeface="ITC Avant Garde Gothic" pitchFamily="0" charset="0"/>
                <a:cs typeface="ITC Avant Garde Gothic" pitchFamily="0" charset="0"/>
              </a:endParaRPr>
            </a:p>
          </p:txBody>
        </p:sp>
        <p:sp>
          <p:nvSpPr>
            <p:cNvPr id="3" name="TextBox 4"/>
            <p:cNvSpPr>
              <a:extLst>
                <a:ext uri="smNativeData">
                  <pr:smNativeData xmlns:pr="smNativeData" xmlns="smNativeData" val="SMDATA_15_9lpfaR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Lc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GgQAAGoOAAApQAAAZxEAAAAgAAAmAAAACAAAAP//////////"/>
                </a:ext>
              </a:extLst>
            </p:cNvSpPr>
            <p:nvPr/>
          </p:nvSpPr>
          <p:spPr>
            <a:xfrm>
              <a:off x="666750" y="2343150"/>
              <a:ext cx="9763125" cy="48577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0" rIns="0" bIns="0" numCol="1" spcCol="215900" anchor="t"/>
            <a:lstStyle/>
            <a:p>
              <a:pPr marL="0" indent="0" algn="l">
                <a:lnSpc>
                  <a:spcPts val="3835"/>
                </a:lnSpc>
                <a:spcBef>
                  <a:spcPts val="0"/>
                </a:spcBef>
                <a:defRPr lang="en-us"/>
              </a:pPr>
              <a:r>
                <a:rPr lang="en-us" sz="3195" cap="none" spc="-23">
                  <a:solidFill>
                    <a:srgbClr val="DCEEFF"/>
                  </a:solidFill>
                  <a:latin typeface="TT Fors" pitchFamily="0" charset="0"/>
                  <a:ea typeface="TT Fors" pitchFamily="0" charset="0"/>
                  <a:cs typeface="TT Fors" pitchFamily="0" charset="0"/>
                </a:rPr>
                <a:t>AI and Privacy in Healthcare</a:t>
              </a:r>
              <a:endParaRPr lang="en-us" sz="3195" cap="none" spc="-23">
                <a:solidFill>
                  <a:srgbClr val="DCEEFF"/>
                </a:solidFill>
                <a:latin typeface="TT Fors" pitchFamily="0" charset="0"/>
                <a:ea typeface="TT Fors" pitchFamily="0" charset="0"/>
                <a:cs typeface="TT Fors" pitchFamily="0" charset="0"/>
              </a:endParaRPr>
            </a:p>
          </p:txBody>
        </p:sp>
      </p:grpSp>
      <p:grpSp>
        <p:nvGrpSpPr>
          <p:cNvPr id="5" name="Group 5"/>
          <p:cNvGrpSpPr>
            <a:extLst>
              <a:ext uri="smNativeData">
                <pr:smNativeData xmlns:pr="smNativeData" xmlns="smNativeData" val="SMDATA_6_9lpfaRMAAAAlAAAAAQAAAA8BAAAAkAAAAEgAAACQAAAASAAAAAAAAAAAAAAAAAAAABcAAAAUAAAAAAAAAAAAAAD/fwAA/38AAAAAAAAJAAAABAAAAB4CAAAfAAAAVAAAAAAAAAAAAAAAAAAAAAAAAAAAAAAAAAAAAAAAAAAAAAAAAAAAAAAAAAAAAAAAAAAAAAAAAAAAAAAAAAAAAAAAAAAAAAAAAAAAAAAAAAAAAAAAAAAAACEAAAAYAAAAFAAAALRaAAAqMAAAhXgAADA7AAAQAAAAJgAAAAgAAAD/////AAAAAA=="/>
              </a:ext>
            </a:extLst>
          </p:cNvGrpSpPr>
          <p:nvPr/>
        </p:nvGrpSpPr>
        <p:grpSpPr>
          <a:xfrm>
            <a:off x="14744700" y="7829550"/>
            <a:ext cx="4846955" cy="1791970"/>
            <a:chOff x="14744700" y="7829550"/>
            <a:chExt cx="4846955" cy="1791970"/>
          </a:xfrm>
        </p:grpSpPr>
        <p:sp>
          <p:nvSpPr>
            <p:cNvPr id="8" name="Freeform 6"/>
            <p:cNvSpPr>
              <a:extLst>
                <a:ext uri="smNativeData">
                  <pr:smNativeData xmlns:pr="smNativeData" xmlns="smNativeData" val="SMDATA_15_9lpfaRMAAAAlAAAACwAAAA0AAAAAAAAAAAAAAACzDgAAsw4AAAAAAAAAAAAAAAAAAAEAAABQAAAAAAAAAAAA4D8AAAAAAADgPwAAAAAAAOA/AAAAAAAA4D8AAAAAAADgPwAAAAAAAOA/AAAAAAAA4D8AAAAAAADgPwAAAAAAAOA/AAAAAAAA4D8CAAAAjAAAAAEAAAACAAAA////AP///wgAAAAAAAAAAD0FGSCj8bAH5JJhLcx+bRAB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FWMg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tFoAACowAAC6ZQAAMDsAAAAAAAAmAAAACAAAAP//////////"/>
                </a:ext>
              </a:extLst>
            </p:cNvSpPr>
            <p:nvPr/>
          </p:nvSpPr>
          <p:spPr>
            <a:xfrm>
              <a:off x="14744700" y="7829550"/>
              <a:ext cx="1791970" cy="1791970"/>
            </a:xfrm>
            <a:custGeom>
              <a:avLst/>
              <a:gdLst/>
              <a:ahLst/>
              <a:cxnLst/>
              <a:rect l="0" t="0" r="1791970" b="1791970"/>
              <a:pathLst>
                <a:path w="1791970" h="1791970">
                  <a:moveTo>
                    <a:pt x="0" y="0"/>
                  </a:moveTo>
                  <a:lnTo>
                    <a:pt x="1791970" y="0"/>
                  </a:lnTo>
                  <a:lnTo>
                    <a:pt x="1791970" y="1791970"/>
                  </a:lnTo>
                  <a:lnTo>
                    <a:pt x="0" y="1791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stretch/>
            </a:blipFill>
            <a:ln>
              <a:noFill/>
            </a:ln>
            <a:effectLst/>
          </p:spPr>
        </p:sp>
        <p:sp>
          <p:nvSpPr>
            <p:cNvPr id="7" name="Freeform 7"/>
            <p:cNvSpPr>
              <a:extLst>
                <a:ext uri="smNativeData">
                  <pr:smNativeData xmlns:pr="smNativeData" xmlns="smNativeData" val="SMDATA_15_9lpfaRMAAAAlAAAACwAAAA0AAAAAhwwAAAAAAAA6GwAAsw4AAAAAAAAAAAAAAAAAAAEAAABQAAAAAAAAAAAA4D8AAAAAAADgPwAAAAAAAOA/AAAAAAAA4D8AAAAAAADgPwAAAAAAAOA/AAAAAAAA4D8AAAAAAADgPwAAAAAAAOA/AAAAAAAA4D8CAAAAjAAAAAEAAAACAAAA////AP///wgAAAAAAAAAAD0FGSCj8bAH5JJhLcx+bRAB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GWQAACowAAAgbwAAMDsAAAAAAAAmAAAACAAAAP//////////"/>
                </a:ext>
              </a:extLst>
            </p:cNvSpPr>
            <p:nvPr/>
          </p:nvSpPr>
          <p:spPr>
            <a:xfrm>
              <a:off x="16271875" y="7829550"/>
              <a:ext cx="1792605" cy="1791970"/>
            </a:xfrm>
            <a:custGeom>
              <a:avLst/>
              <a:gdLst/>
              <a:ahLst/>
              <a:cxnLst/>
              <a:rect l="0" t="0" r="1792605" b="1791970"/>
              <a:pathLst>
                <a:path w="1792605" h="1791970">
                  <a:moveTo>
                    <a:pt x="0" y="0"/>
                  </a:moveTo>
                  <a:lnTo>
                    <a:pt x="1792605" y="0"/>
                  </a:lnTo>
                  <a:lnTo>
                    <a:pt x="1792605" y="1791970"/>
                  </a:lnTo>
                  <a:lnTo>
                    <a:pt x="0" y="1791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stretch/>
            </a:blipFill>
            <a:ln>
              <a:noFill/>
            </a:ln>
            <a:effectLst/>
          </p:spPr>
        </p:sp>
        <p:sp>
          <p:nvSpPr>
            <p:cNvPr id="6" name="Freeform 8"/>
            <p:cNvSpPr>
              <a:extLst>
                <a:ext uri="smNativeData">
                  <pr:smNativeData xmlns:pr="smNativeData" xmlns="smNativeData" val="SMDATA_15_9lpfaRMAAAAlAAAACwAAAA0AAAAADhkAAAAAAADBJwAAsw4AAAAAAAAAAAAAAAAAAAEAAABQAAAAAAAAAAAA4D8AAAAAAADgPwAAAAAAAOA/AAAAAAAA4D8AAAAAAADgPwAAAAAAAOA/AAAAAAAA4D8AAAAAAADgPwAAAAAAAOA/AAAAAAAA4D8CAAAAjAAAAAEAAAACAAAA////AP///wgAAAAAAAAAAD0FGSCj8bAH5JJhLcx+bRAB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f20AACowAACFeAAAMDsAAAAAAAAmAAAACAAAAP//////////"/>
                </a:ext>
              </a:extLst>
            </p:cNvSpPr>
            <p:nvPr/>
          </p:nvSpPr>
          <p:spPr>
            <a:xfrm>
              <a:off x="17799685" y="7829550"/>
              <a:ext cx="1791970" cy="1791970"/>
            </a:xfrm>
            <a:custGeom>
              <a:avLst/>
              <a:gdLst/>
              <a:ahLst/>
              <a:cxnLst/>
              <a:rect l="0" t="0" r="1791970" b="1791970"/>
              <a:pathLst>
                <a:path w="1791970" h="1791970">
                  <a:moveTo>
                    <a:pt x="0" y="0"/>
                  </a:moveTo>
                  <a:lnTo>
                    <a:pt x="1791970" y="0"/>
                  </a:lnTo>
                  <a:lnTo>
                    <a:pt x="1791970" y="1791970"/>
                  </a:lnTo>
                  <a:lnTo>
                    <a:pt x="0" y="1791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stretch/>
            </a:blipFill>
            <a:ln>
              <a:noFill/>
            </a:ln>
            <a:effectLst/>
          </p:spPr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bg>
      <p:bgPr>
        <a:solidFill>
          <a:srgbClr val="0A1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extLst>
              <a:ext uri="smNativeData">
                <pr:smNativeData xmlns:pr="smNativeData" xmlns="smNativeData" val="SMDATA_6_9lpfaRMAAAAlAAAAAQAAAA8BAAAAkAAAAEgAAACQAAAASAAAAAAAAAAAAAAAAAAAABcAAAAUAAAAAAAAAAAAAAD/fwAA/38AAAAAAAAJAAAABAAAAAG6AAYfAAAAVAAAAAAAAAAAAAAAAAAAAAAAAAAAAAAAAAAAAAAAAAAAAAAAAAAAAAAAAAAAAAAAAAAAAAAAAAAAAAAAAAAAAAAAAAAAAAAAAAAAAAAAAAAAAAAAAAAAACEAAAAYAAAAFAAAABoEAAAaBAAAUDcAACIgAAAQAAAAJgAAAAgAAAD/////AAAAAA=="/>
              </a:ext>
            </a:extLst>
          </p:cNvGrpSpPr>
          <p:nvPr/>
        </p:nvGrpSpPr>
        <p:grpSpPr>
          <a:xfrm>
            <a:off x="666750" y="666750"/>
            <a:ext cx="8324850" cy="4556760"/>
            <a:chOff x="666750" y="666750"/>
            <a:chExt cx="8324850" cy="4556760"/>
          </a:xfrm>
        </p:grpSpPr>
        <p:sp>
          <p:nvSpPr>
            <p:cNvPr id="5" name="TextBox 3"/>
            <p:cNvSpPr>
              <a:extLst>
                <a:ext uri="smNativeData">
                  <pr:smNativeData xmlns:pr="smNativeData" xmlns="smNativeData" val="SMDATA_15_9lpfaR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EAA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GgQAAA8EAABQNwAAkAsAAAAgAAAmAAAACAAAAP//////////"/>
                </a:ext>
              </a:extLst>
            </p:cNvSpPr>
            <p:nvPr/>
          </p:nvSpPr>
          <p:spPr>
            <a:xfrm>
              <a:off x="666750" y="659765"/>
              <a:ext cx="8324850" cy="121983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0" rIns="0" bIns="0" numCol="1" spcCol="215900" anchor="t"/>
            <a:lstStyle/>
            <a:p>
              <a:pPr marL="0" indent="0" algn="l">
                <a:lnSpc>
                  <a:spcPts val="8000"/>
                </a:lnSpc>
                <a:spcBef>
                  <a:spcPts val="0"/>
                </a:spcBef>
                <a:defRPr lang="en-us"/>
              </a:pPr>
              <a:r>
                <a:rPr lang="en-us" sz="8000" cap="none" spc="-51">
                  <a:solidFill>
                    <a:srgbClr val="BAE1FF"/>
                  </a:solidFill>
                  <a:latin typeface="ITC Avant Garde Gothic" pitchFamily="0" charset="0"/>
                  <a:ea typeface="ITC Avant Garde Gothic" pitchFamily="0" charset="0"/>
                  <a:cs typeface="ITC Avant Garde Gothic" pitchFamily="0" charset="0"/>
                </a:rPr>
                <a:t>The Role of AI</a:t>
              </a:r>
              <a:endParaRPr lang="en-us" sz="8000" cap="none" spc="-51">
                <a:solidFill>
                  <a:srgbClr val="BAE1FF"/>
                </a:solidFill>
                <a:latin typeface="ITC Avant Garde Gothic" pitchFamily="0" charset="0"/>
                <a:ea typeface="ITC Avant Garde Gothic" pitchFamily="0" charset="0"/>
                <a:cs typeface="ITC Avant Garde Gothic" pitchFamily="0" charset="0"/>
              </a:endParaRPr>
            </a:p>
          </p:txBody>
        </p:sp>
        <p:sp>
          <p:nvSpPr>
            <p:cNvPr id="4" name="TextBox 4"/>
            <p:cNvSpPr>
              <a:extLst>
                <a:ext uri="smNativeData">
                  <pr:smNativeData xmlns:pr="smNativeData" xmlns="smNativeData" val="SMDATA_15_9lpfaR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JMR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GgQAALMMAABQNwAA/w8AAAAgAAAmAAAACAAAAP//////////"/>
                </a:ext>
              </a:extLst>
            </p:cNvSpPr>
            <p:nvPr/>
          </p:nvSpPr>
          <p:spPr>
            <a:xfrm>
              <a:off x="666750" y="2064385"/>
              <a:ext cx="8324850" cy="53594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0" rIns="0" bIns="0" numCol="1" spcCol="215900" anchor="t"/>
            <a:lstStyle/>
            <a:p>
              <a:pPr marL="0" indent="0" algn="l">
                <a:lnSpc>
                  <a:spcPts val="3835"/>
                </a:lnSpc>
                <a:spcBef>
                  <a:spcPts val="0"/>
                </a:spcBef>
                <a:defRPr lang="en-us"/>
              </a:pPr>
              <a:r>
                <a:rPr lang="en-us" sz="3195" cap="none" spc="-21">
                  <a:solidFill>
                    <a:srgbClr val="DCEEFF"/>
                  </a:solidFill>
                  <a:latin typeface="ITC Avant Garde Gothic" pitchFamily="0" charset="0"/>
                  <a:ea typeface="ITC Avant Garde Gothic" pitchFamily="0" charset="0"/>
                  <a:cs typeface="ITC Avant Garde Gothic" pitchFamily="0" charset="0"/>
                </a:rPr>
                <a:t>Enhancing Diagnostics in Medical Imaging</a:t>
              </a:r>
              <a:endParaRPr lang="en-us" sz="3195" cap="none" spc="-21">
                <a:solidFill>
                  <a:srgbClr val="DCEEFF"/>
                </a:solidFill>
                <a:latin typeface="ITC Avant Garde Gothic" pitchFamily="0" charset="0"/>
                <a:ea typeface="ITC Avant Garde Gothic" pitchFamily="0" charset="0"/>
                <a:cs typeface="ITC Avant Garde Gothic" pitchFamily="0" charset="0"/>
              </a:endParaRPr>
            </a:p>
          </p:txBody>
        </p:sp>
        <p:sp>
          <p:nvSpPr>
            <p:cNvPr id="3" name="TextBox 5"/>
            <p:cNvSpPr>
              <a:extLst>
                <a:ext uri="smNativeData">
                  <pr:smNativeData xmlns:pr="smNativeData" xmlns="smNativeData" val="SMDATA_15_9lpfaR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O4G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GgQAANwUAAB3LgAAIiAAAAAgAAAmAAAACAAAAP//////////"/>
                </a:ext>
              </a:extLst>
            </p:cNvSpPr>
            <p:nvPr/>
          </p:nvSpPr>
          <p:spPr>
            <a:xfrm>
              <a:off x="666750" y="3390900"/>
              <a:ext cx="6886575" cy="183261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0" rIns="0" bIns="0" numCol="1" spcCol="215900" anchor="t"/>
            <a:lstStyle/>
            <a:p>
              <a:pPr marL="0" indent="0" algn="l">
                <a:lnSpc>
                  <a:spcPts val="2940"/>
                </a:lnSpc>
                <a:spcBef>
                  <a:spcPts val="0"/>
                </a:spcBef>
                <a:defRPr lang="en-us"/>
              </a:pPr>
              <a:r>
                <a:rPr lang="en-us" sz="2100" cap="none">
                  <a:solidFill>
                    <a:srgbClr val="DCEEFF"/>
                  </a:solidFill>
                  <a:latin typeface="TT Fors" pitchFamily="0" charset="0"/>
                  <a:ea typeface="TT Fors" pitchFamily="0" charset="0"/>
                  <a:cs typeface="TT Fors" pitchFamily="0" charset="0"/>
                </a:rPr>
                <a:t>AI significantly improves diagnostic accuracy in medical imaging, particularly through </a:t>
              </a:r>
              <a:r>
                <a:rPr lang="en-us" sz="2100" b="1" cap="none">
                  <a:solidFill>
                    <a:srgbClr val="DCEEFF"/>
                  </a:solidFill>
                  <a:latin typeface="TT Fors Bold" pitchFamily="0" charset="0"/>
                  <a:ea typeface="TT Fors Bold" pitchFamily="0" charset="0"/>
                  <a:cs typeface="TT Fors Bold" pitchFamily="0" charset="0"/>
                </a:rPr>
                <a:t>automated analysis</a:t>
              </a:r>
              <a:r>
                <a:rPr lang="en-us" sz="2100" cap="none">
                  <a:solidFill>
                    <a:srgbClr val="DCEEFF"/>
                  </a:solidFill>
                  <a:latin typeface="TT Fors" pitchFamily="0" charset="0"/>
                  <a:ea typeface="TT Fors" pitchFamily="0" charset="0"/>
                  <a:cs typeface="TT Fors" pitchFamily="0" charset="0"/>
                </a:rPr>
                <a:t> of chest X-rays, facilitating early detection of thoracic diseases and streamlining the workflow for healthcare professionals.</a:t>
              </a:r>
              <a:endParaRPr lang="en-us" sz="2100" cap="none">
                <a:solidFill>
                  <a:srgbClr val="DCEEFF"/>
                </a:solidFill>
                <a:latin typeface="TT Fors" pitchFamily="0" charset="0"/>
                <a:ea typeface="TT Fors" pitchFamily="0" charset="0"/>
                <a:cs typeface="TT Fors" pitchFamily="0" charset="0"/>
              </a:endParaRPr>
            </a:p>
          </p:txBody>
        </p:sp>
      </p:grpSp>
      <p:grpSp>
        <p:nvGrpSpPr>
          <p:cNvPr id="6" name="Group 6"/>
          <p:cNvGrpSpPr>
            <a:extLst>
              <a:ext uri="smNativeData">
                <pr:smNativeData xmlns:pr="smNativeData" xmlns="smNativeData" val="SMDATA_6_9lpfaRMAAAAlAAAAAQAAAA8BAAAAkAAAAEgAAACQAAAASAAAAAAAAAAAAAAAAAAAABcAAAAUAAAAAAAAAAAAAAD/fwAA/38AAAAAAAAJAAAABAAAAAAkAEYfAAAAVAAAAAAAAAAAAAAAAAAAAAAAAAAAAAAAAAAAAAAAAAAAAAAAAAAAAAAAAAAAAAAAAAAAAAAAAAAAAAAAAAAAAAAAAAAAAAAAAAAAAAAAAAAAAAAAAAAAACEAAAAYAAAAFAAAAAlCAAAAAAAAgHAAAEg/AAAQAAAAJgAAAAgAAAD/////AAAAAA=="/>
              </a:ext>
            </a:extLst>
          </p:cNvGrpSpPr>
          <p:nvPr/>
        </p:nvGrpSpPr>
        <p:grpSpPr>
          <a:xfrm>
            <a:off x="10734675" y="0"/>
            <a:ext cx="7553325" cy="10287000"/>
            <a:chOff x="10734675" y="0"/>
            <a:chExt cx="7553325" cy="10287000"/>
          </a:xfrm>
        </p:grpSpPr>
        <p:sp>
          <p:nvSpPr>
            <p:cNvPr id="7" name="Freeform 7"/>
            <p:cNvSpPr>
              <a:extLst>
                <a:ext uri="smNativeData">
                  <pr:smNativeData xmlns:pr="smNativeData" xmlns="smNativeData" val="SMDATA_15_9lpfaRMAAAAlAAAACwAAAA0AAAAAAAAAAAAAAAAzBwAAzgkAAAAAAAAAAAAAAAAAAAEAAABQAAAAAAAAAAAA4D8AAAAAAADgPwAAAAAAAOA/AAAAAAAA4D8AAAAAAADgPwAAAAAAAOA/AAAAAAAA4D8AAAAAAADgPwAAAAAAAOA/AAAAAAAA4D8CAAAAjAAAAAEAAAACAAAA////AP///wgAAAAAAAAAAKA1iAahDZc0T0mdQmDYLjQB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7P///wAAAADs////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CUIAAAAAAACAcAAASD8AAAAAAAAmAAAACAAAAP//////////"/>
                </a:ext>
              </a:extLst>
            </p:cNvSpPr>
            <p:nvPr/>
          </p:nvSpPr>
          <p:spPr>
            <a:xfrm>
              <a:off x="10734675" y="0"/>
              <a:ext cx="7553325" cy="10287000"/>
            </a:xfrm>
            <a:custGeom>
              <a:avLst/>
              <a:gdLst/>
              <a:ahLst/>
              <a:cxnLst/>
              <a:rect l="0" t="0" r="7553325" b="10287000"/>
              <a:pathLst>
                <a:path w="7553325" h="10287000">
                  <a:moveTo>
                    <a:pt x="0" y="0"/>
                  </a:moveTo>
                  <a:lnTo>
                    <a:pt x="7553325" y="0"/>
                  </a:lnTo>
                  <a:lnTo>
                    <a:pt x="7553325" y="10287000"/>
                  </a:lnTo>
                  <a:lnTo>
                    <a:pt x="0" y="10287000"/>
                  </a:lnTo>
                  <a:close/>
                </a:path>
              </a:pathLst>
            </a:custGeom>
            <a:blipFill>
              <a:blip r:embed="rId2"/>
              <a:srcRect/>
              <a:stretch>
                <a:fillRect l="0" t="-200" r="0" b="-200"/>
              </a:stretch>
            </a:blipFill>
            <a:ln>
              <a:noFill/>
            </a:ln>
            <a:effectLst/>
          </p:spPr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bg>
      <p:bgPr>
        <a:solidFill>
          <a:srgbClr val="0A1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extLst>
              <a:ext uri="smNativeData">
                <pr:smNativeData xmlns:pr="smNativeData" xmlns="smNativeData" val="SMDATA_6_9lpfaRMAAAAlAAAAAQAAAA8BAAAAkAAAAEgAAACQAAAASAAAAAAAAAAAAAAAAAAAABcAAAAUAAAAAAAAAAAAAAD/fwAA/38AAAAAAAAJAAAABAAAAAAlAA0fAAAAVAAAAAAAAAAAAAAAAAAAAAAAAAAAAAAAAAAAAAAAAAAAAAAAAAAAAAAAAAAAAAAAAAAAAAAAAAAAAAAAAAAAAAAAAAAAAAAAAAAAAAAAAAAAAAAAAAAAACEAAAAYAAAAFAAAABoEAAAmJQAAxRwAAC0xAAAQAAAAJgAAAAgAAAD/////AAAAAA=="/>
              </a:ext>
            </a:extLst>
          </p:cNvGrpSpPr>
          <p:nvPr/>
        </p:nvGrpSpPr>
        <p:grpSpPr>
          <a:xfrm>
            <a:off x="666750" y="6038850"/>
            <a:ext cx="4010025" cy="1955165"/>
            <a:chOff x="666750" y="6038850"/>
            <a:chExt cx="4010025" cy="1955165"/>
          </a:xfrm>
        </p:grpSpPr>
        <p:sp>
          <p:nvSpPr>
            <p:cNvPr id="4" name="TextBox 3"/>
            <p:cNvSpPr>
              <a:extLst>
                <a:ext uri="smNativeData">
                  <pr:smNativeData xmlns:pr="smNativeData" xmlns="smNativeData" val="SMDATA_15_9lpfaR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LY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GgQAAHkqAADFHAAALTEAAAAgAAAmAAAACAAAAP//////////"/>
                </a:ext>
              </a:extLst>
            </p:cNvSpPr>
            <p:nvPr/>
          </p:nvSpPr>
          <p:spPr>
            <a:xfrm>
              <a:off x="666750" y="6904355"/>
              <a:ext cx="4010025" cy="108966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0" rIns="0" bIns="0" numCol="1" spcCol="215900" anchor="t"/>
            <a:lstStyle/>
            <a:p>
              <a:pPr marL="0" indent="0" algn="l">
                <a:lnSpc>
                  <a:spcPts val="2940"/>
                </a:lnSpc>
                <a:defRPr lang="en-us"/>
              </a:pPr>
              <a:r>
                <a:rPr lang="en-us" sz="2100" cap="none" spc="-11">
                  <a:solidFill>
                    <a:srgbClr val="DCEEFF"/>
                  </a:solidFill>
                  <a:latin typeface="TT Fors" pitchFamily="0" charset="0"/>
                  <a:ea typeface="TT Fors" pitchFamily="0" charset="0"/>
                  <a:cs typeface="TT Fors" pitchFamily="0" charset="0"/>
                </a:rPr>
                <a:t>HIPAA mandates strict patient data confidentiality and security requirements.</a:t>
              </a:r>
              <a:endParaRPr lang="en-us" sz="2100" cap="none" spc="-11">
                <a:solidFill>
                  <a:srgbClr val="DCEEFF"/>
                </a:solidFill>
                <a:latin typeface="TT Fors" pitchFamily="0" charset="0"/>
                <a:ea typeface="TT Fors" pitchFamily="0" charset="0"/>
                <a:cs typeface="TT Fors" pitchFamily="0" charset="0"/>
              </a:endParaRPr>
            </a:p>
          </p:txBody>
        </p:sp>
        <p:sp>
          <p:nvSpPr>
            <p:cNvPr id="3" name="TextBox 4"/>
            <p:cNvSpPr>
              <a:extLst>
                <a:ext uri="smNativeData">
                  <pr:smNativeData xmlns:pr="smNativeData" xmlns="smNativeData" val="SMDATA_15_9lpfaR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GwD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GgQAANckAADsEwAAIygAAAAgAAAmAAAACAAAAP//////////"/>
                </a:ext>
              </a:extLst>
            </p:cNvSpPr>
            <p:nvPr/>
          </p:nvSpPr>
          <p:spPr>
            <a:xfrm>
              <a:off x="666750" y="5988685"/>
              <a:ext cx="2571750" cy="53594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0" rIns="0" bIns="0" numCol="1" spcCol="215900" anchor="t"/>
            <a:lstStyle/>
            <a:p>
              <a:pPr lvl="1" marL="0" indent="0" algn="l">
                <a:lnSpc>
                  <a:spcPts val="3835"/>
                </a:lnSpc>
                <a:spcBef>
                  <a:spcPts val="0"/>
                </a:spcBef>
                <a:defRPr lang="en-us"/>
              </a:pPr>
              <a:r>
                <a:rPr lang="en-us" sz="3195" cap="none" spc="-21">
                  <a:solidFill>
                    <a:srgbClr val="DCEEFF"/>
                  </a:solidFill>
                  <a:latin typeface="ITC Avant Garde Gothic" pitchFamily="0" charset="0"/>
                  <a:ea typeface="ITC Avant Garde Gothic" pitchFamily="0" charset="0"/>
                  <a:cs typeface="ITC Avant Garde Gothic" pitchFamily="0" charset="0"/>
                </a:rPr>
                <a:t>01</a:t>
              </a:r>
              <a:endParaRPr lang="en-us" sz="3195" cap="none" spc="-21">
                <a:solidFill>
                  <a:srgbClr val="DCEEFF"/>
                </a:solidFill>
                <a:latin typeface="ITC Avant Garde Gothic" pitchFamily="0" charset="0"/>
                <a:ea typeface="ITC Avant Garde Gothic" pitchFamily="0" charset="0"/>
                <a:cs typeface="ITC Avant Garde Gothic" pitchFamily="0" charset="0"/>
              </a:endParaRPr>
            </a:p>
          </p:txBody>
        </p:sp>
      </p:grpSp>
      <p:grpSp>
        <p:nvGrpSpPr>
          <p:cNvPr id="5" name="Group 5"/>
          <p:cNvGrpSpPr>
            <a:extLst>
              <a:ext uri="smNativeData">
                <pr:smNativeData xmlns:pr="smNativeData" xmlns="smNativeData" val="SMDATA_6_9lpfaRMAAAAlAAAAAQAAAA8BAAAAkAAAAEgAAACQAAAASAAAAAAAAAAAAAAAAAAAABcAAAAUAAAAAAAAAAAAAAD/fwAA/38AAAAAAAAJAAAABAAAAAAjAAIfAAAAVAAAAAAAAAAAAAAAAAAAAAAAAAAAAAAAAAAAAAAAAAAAAAAAAAAAAAAAAAAAAAAAAAAAAAAAAAAAAAAAAAAAAAAAAAAAAAAAAAAAAAAAAAAAAAAAAAAAACEAAAAYAAAAFAAAAH4nAAAmJQAAKUAAAC0xAAAQAAAAJgAAAAgAAAD/////AAAAAA=="/>
              </a:ext>
            </a:extLst>
          </p:cNvGrpSpPr>
          <p:nvPr/>
        </p:nvGrpSpPr>
        <p:grpSpPr>
          <a:xfrm>
            <a:off x="6419850" y="6038850"/>
            <a:ext cx="4010025" cy="1955165"/>
            <a:chOff x="6419850" y="6038850"/>
            <a:chExt cx="4010025" cy="1955165"/>
          </a:xfrm>
        </p:grpSpPr>
        <p:sp>
          <p:nvSpPr>
            <p:cNvPr id="7" name="TextBox 6"/>
            <p:cNvSpPr>
              <a:extLst>
                <a:ext uri="smNativeData">
                  <pr:smNativeData xmlns:pr="smNativeData" xmlns="smNativeData" val="SMDATA_15_9lpfaR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HU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ficAAHkqAAApQAAALTEAAAAgAAAmAAAACAAAAP//////////"/>
                </a:ext>
              </a:extLst>
            </p:cNvSpPr>
            <p:nvPr/>
          </p:nvSpPr>
          <p:spPr>
            <a:xfrm>
              <a:off x="6419850" y="6904355"/>
              <a:ext cx="4010025" cy="108966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0" rIns="0" bIns="0" numCol="1" spcCol="215900" anchor="t"/>
            <a:lstStyle/>
            <a:p>
              <a:pPr marL="0" indent="0" algn="l">
                <a:lnSpc>
                  <a:spcPts val="2940"/>
                </a:lnSpc>
                <a:defRPr lang="en-us"/>
              </a:pPr>
              <a:r>
                <a:rPr lang="en-us" sz="2100" cap="none" spc="-11">
                  <a:solidFill>
                    <a:srgbClr val="DCEEFF"/>
                  </a:solidFill>
                  <a:latin typeface="TT Fors" pitchFamily="0" charset="0"/>
                  <a:ea typeface="TT Fors" pitchFamily="0" charset="0"/>
                  <a:cs typeface="TT Fors" pitchFamily="0" charset="0"/>
                </a:rPr>
                <a:t>GDPR enforces stringent regulations on personal data collection and processing.</a:t>
              </a:r>
              <a:endParaRPr lang="en-us" sz="2100" cap="none" spc="-11">
                <a:solidFill>
                  <a:srgbClr val="DCEEFF"/>
                </a:solidFill>
                <a:latin typeface="TT Fors" pitchFamily="0" charset="0"/>
                <a:ea typeface="TT Fors" pitchFamily="0" charset="0"/>
                <a:cs typeface="TT Fors" pitchFamily="0" charset="0"/>
              </a:endParaRPr>
            </a:p>
          </p:txBody>
        </p:sp>
        <p:sp>
          <p:nvSpPr>
            <p:cNvPr id="6" name="TextBox 7"/>
            <p:cNvSpPr>
              <a:extLst>
                <a:ext uri="smNativeData">
                  <pr:smNativeData xmlns:pr="smNativeData" xmlns="smNativeData" val="SMDATA_15_9lpfaR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CYB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ficAANckAABQNwAAIygAAAAgAAAmAAAACAAAAP//////////"/>
                </a:ext>
              </a:extLst>
            </p:cNvSpPr>
            <p:nvPr/>
          </p:nvSpPr>
          <p:spPr>
            <a:xfrm>
              <a:off x="6419850" y="5988685"/>
              <a:ext cx="2571750" cy="53594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0" rIns="0" bIns="0" numCol="1" spcCol="215900" anchor="t"/>
            <a:lstStyle/>
            <a:p>
              <a:pPr lvl="1" marL="0" indent="0" algn="l">
                <a:lnSpc>
                  <a:spcPts val="3835"/>
                </a:lnSpc>
                <a:spcBef>
                  <a:spcPts val="0"/>
                </a:spcBef>
                <a:defRPr lang="en-us"/>
              </a:pPr>
              <a:r>
                <a:rPr lang="en-us" sz="3195" cap="none" spc="-21">
                  <a:solidFill>
                    <a:srgbClr val="DCEEFF"/>
                  </a:solidFill>
                  <a:latin typeface="ITC Avant Garde Gothic" pitchFamily="0" charset="0"/>
                  <a:ea typeface="ITC Avant Garde Gothic" pitchFamily="0" charset="0"/>
                  <a:cs typeface="ITC Avant Garde Gothic" pitchFamily="0" charset="0"/>
                </a:rPr>
                <a:t>02</a:t>
              </a:r>
              <a:endParaRPr lang="en-us" sz="3195" cap="none" spc="-21">
                <a:solidFill>
                  <a:srgbClr val="DCEEFF"/>
                </a:solidFill>
                <a:latin typeface="ITC Avant Garde Gothic" pitchFamily="0" charset="0"/>
                <a:ea typeface="ITC Avant Garde Gothic" pitchFamily="0" charset="0"/>
                <a:cs typeface="ITC Avant Garde Gothic" pitchFamily="0" charset="0"/>
              </a:endParaRPr>
            </a:p>
          </p:txBody>
        </p:sp>
      </p:grpSp>
      <p:grpSp>
        <p:nvGrpSpPr>
          <p:cNvPr id="8" name="Group 8"/>
          <p:cNvGrpSpPr>
            <a:extLst>
              <a:ext uri="smNativeData">
                <pr:smNativeData xmlns:pr="smNativeData" xmlns="smNativeData" val="SMDATA_6_9lpfaRMAAAAlAAAAAQAAAA8BAAAAkAAAAEgAAACQAAAASAAAAAAAAAAAAAAAAAAAABcAAAAUAAAAAAAAAAAAAAD/fwAA/38AAAAAAAAJAAAABAAAAEccWYofAAAAVAAAAAAAAAAAAAAAAAAAAAAAAAAAAAAAAAAAAAAAAAAAAAAAAAAAAAAAAAAAAAAAAAAAAAAAAAAAAAAAAAAAAAAAAAAAAAAAAAAAAAAAAAAAAAAAAAAAACEAAAAYAAAAFAAAAOJKAAAmJQAAjWMAAOQuAAAQAAAAJgAAAAgAAAD/////AAAAAA=="/>
              </a:ext>
            </a:extLst>
          </p:cNvGrpSpPr>
          <p:nvPr/>
        </p:nvGrpSpPr>
        <p:grpSpPr>
          <a:xfrm>
            <a:off x="12172950" y="6038850"/>
            <a:ext cx="4010025" cy="1583690"/>
            <a:chOff x="12172950" y="6038850"/>
            <a:chExt cx="4010025" cy="1583690"/>
          </a:xfrm>
        </p:grpSpPr>
        <p:sp>
          <p:nvSpPr>
            <p:cNvPr id="10" name="TextBox 9"/>
            <p:cNvSpPr>
              <a:extLst>
                <a:ext uri="smNativeData">
                  <pr:smNativeData xmlns:pr="smNativeData" xmlns="smNativeData" val="SMDATA_15_9lpfaR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H0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4koAAHkqAACNYwAA5C4AAAAgAAAmAAAACAAAAP//////////"/>
                </a:ext>
              </a:extLst>
            </p:cNvSpPr>
            <p:nvPr/>
          </p:nvSpPr>
          <p:spPr>
            <a:xfrm>
              <a:off x="12172950" y="6904355"/>
              <a:ext cx="4010025" cy="71818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0" rIns="0" bIns="0" numCol="1" spcCol="215900" anchor="t"/>
            <a:lstStyle/>
            <a:p>
              <a:pPr marL="0" indent="0" algn="l">
                <a:lnSpc>
                  <a:spcPts val="2940"/>
                </a:lnSpc>
                <a:defRPr lang="en-us"/>
              </a:pPr>
              <a:r>
                <a:rPr lang="en-us" sz="2100" cap="none" spc="-11">
                  <a:solidFill>
                    <a:srgbClr val="DCEEFF"/>
                  </a:solidFill>
                  <a:latin typeface="TT Fors" pitchFamily="0" charset="0"/>
                  <a:ea typeface="TT Fors" pitchFamily="0" charset="0"/>
                  <a:cs typeface="TT Fors" pitchFamily="0" charset="0"/>
                </a:rPr>
                <a:t>Both regulations create barriers for data sharing and innovation.</a:t>
              </a:r>
              <a:endParaRPr lang="en-us" sz="2100" cap="none" spc="-11">
                <a:solidFill>
                  <a:srgbClr val="DCEEFF"/>
                </a:solidFill>
                <a:latin typeface="TT Fors" pitchFamily="0" charset="0"/>
                <a:ea typeface="TT Fors" pitchFamily="0" charset="0"/>
                <a:cs typeface="TT Fors" pitchFamily="0" charset="0"/>
              </a:endParaRPr>
            </a:p>
          </p:txBody>
        </p:sp>
        <p:sp>
          <p:nvSpPr>
            <p:cNvPr id="9" name="TextBox 10"/>
            <p:cNvSpPr>
              <a:extLst>
                <a:ext uri="smNativeData">
                  <pr:smNativeData xmlns:pr="smNativeData" xmlns="smNativeData" val="SMDATA_15_9lpfaR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4koAANckAAC0WgAAIygAAAAgAAAmAAAACAAAAP//////////"/>
                </a:ext>
              </a:extLst>
            </p:cNvSpPr>
            <p:nvPr/>
          </p:nvSpPr>
          <p:spPr>
            <a:xfrm>
              <a:off x="12172950" y="5988685"/>
              <a:ext cx="2571750" cy="53594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0" rIns="0" bIns="0" numCol="1" spcCol="215900" anchor="t"/>
            <a:lstStyle/>
            <a:p>
              <a:pPr lvl="1" marL="0" indent="0" algn="l">
                <a:lnSpc>
                  <a:spcPts val="3835"/>
                </a:lnSpc>
                <a:spcBef>
                  <a:spcPts val="0"/>
                </a:spcBef>
                <a:defRPr lang="en-us"/>
              </a:pPr>
              <a:r>
                <a:rPr lang="en-us" sz="3195" cap="none" spc="-21">
                  <a:solidFill>
                    <a:srgbClr val="DCEEFF"/>
                  </a:solidFill>
                  <a:latin typeface="ITC Avant Garde Gothic" pitchFamily="0" charset="0"/>
                  <a:ea typeface="ITC Avant Garde Gothic" pitchFamily="0" charset="0"/>
                  <a:cs typeface="ITC Avant Garde Gothic" pitchFamily="0" charset="0"/>
                </a:rPr>
                <a:t>03</a:t>
              </a:r>
              <a:endParaRPr lang="en-us" sz="3195" cap="none" spc="-21">
                <a:solidFill>
                  <a:srgbClr val="DCEEFF"/>
                </a:solidFill>
                <a:latin typeface="ITC Avant Garde Gothic" pitchFamily="0" charset="0"/>
                <a:ea typeface="ITC Avant Garde Gothic" pitchFamily="0" charset="0"/>
                <a:cs typeface="ITC Avant Garde Gothic" pitchFamily="0" charset="0"/>
              </a:endParaRPr>
            </a:p>
          </p:txBody>
        </p:sp>
      </p:grpSp>
      <p:sp>
        <p:nvSpPr>
          <p:cNvPr id="11" name="TextBox 11"/>
          <p:cNvSpPr>
            <a:extLst>
              <a:ext uri="smNativeData">
                <pr:smNativeData xmlns:pr="smNativeData" xmlns="smNativeData" val="SMDATA_15_9lpfaR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GgQAAAsEAAC0WgAAkAsAABAgAAAmAAAACAAAAP//////////"/>
              </a:ext>
            </a:extLst>
          </p:cNvSpPr>
          <p:nvPr/>
        </p:nvSpPr>
        <p:spPr>
          <a:xfrm>
            <a:off x="666750" y="657225"/>
            <a:ext cx="14077950" cy="12223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 marL="0" indent="0" algn="l">
              <a:lnSpc>
                <a:spcPts val="8000"/>
              </a:lnSpc>
              <a:spcBef>
                <a:spcPts val="0"/>
              </a:spcBef>
              <a:defRPr lang="en-us"/>
            </a:pPr>
            <a:r>
              <a:rPr lang="en-us" sz="8000" cap="none" spc="-51">
                <a:solidFill>
                  <a:srgbClr val="BAE1FF"/>
                </a:solidFill>
                <a:latin typeface="ITC Avant Garde Gothic" pitchFamily="0" charset="0"/>
                <a:ea typeface="ITC Avant Garde Gothic" pitchFamily="0" charset="0"/>
                <a:cs typeface="ITC Avant Garde Gothic" pitchFamily="0" charset="0"/>
              </a:rPr>
              <a:t>Data Privacy Challenges</a:t>
            </a:r>
            <a:endParaRPr lang="en-us" sz="8000" cap="none" spc="-51">
              <a:solidFill>
                <a:srgbClr val="BAE1FF"/>
              </a:solidFill>
              <a:latin typeface="ITC Avant Garde Gothic" pitchFamily="0" charset="0"/>
              <a:ea typeface="ITC Avant Garde Gothic" pitchFamily="0" charset="0"/>
              <a:cs typeface="ITC Avant Garde Gothic" pitchFamily="0" charset="0"/>
            </a:endParaRPr>
          </a:p>
        </p:txBody>
      </p:sp>
      <p:grpSp>
        <p:nvGrpSpPr>
          <p:cNvPr id="12" name="Group 12"/>
          <p:cNvGrpSpPr>
            <a:extLst>
              <a:ext uri="smNativeData">
                <pr:smNativeData xmlns:pr="smNativeData" xmlns="smNativeData" val="SMDATA_6_9lpfaRMAAAAlAAAAAQAAAA8BAAAAkAAAAEgAAACQAAAASAAAAAAAAAAAAAAAAAAAABcAAAAUAAAAAAAAAAAAAAD/fwAA/38AAAAAAAAJAAAABAAAAGsAAAAfAAAAVAAAAAAAAAAAAAAAAAAAAAAAAAAAAAAAAAAAAAAAAAAAAAAAAAAAAAAAAAAAAAAAAAAAAAAAAAAAAAAAAAAAAAAAAAAAAAAAAAAAAAAAAAAAAAAAAAAAACEAAAAYAAAAFAAAABoEAACkHwAAJAkAAGIiAAAQAAAAJgAAAAgAAAD/////AAAAAA=="/>
              </a:ext>
            </a:extLst>
          </p:cNvGrpSpPr>
          <p:nvPr/>
        </p:nvGrpSpPr>
        <p:grpSpPr>
          <a:xfrm>
            <a:off x="666750" y="5143500"/>
            <a:ext cx="819150" cy="445770"/>
            <a:chOff x="666750" y="5143500"/>
            <a:chExt cx="819150" cy="445770"/>
          </a:xfrm>
        </p:grpSpPr>
        <p:sp>
          <p:nvSpPr>
            <p:cNvPr id="14" name="Freeform 13"/>
            <p:cNvSpPr>
              <a:extLst>
                <a:ext uri="smNativeData">
                  <pr:smNativeData xmlns:pr="smNativeData" xmlns="smNativeData" val="SMDATA_15_9lpfaRMAAAAlAAAACwAAAA0AAAAADwMAAAAAAAC4BgAAqQMAAAAAAAAAAAAAAAAAAAEAAABQAAAAAAAAAAAA4D8AAAAAAADgPwAAAAAAAOA/AAAAAAAA4D8AAAAAAADgPwAAAAAAAOA/AAAAAAAA4D8AAAAAAADgPwAAAAAAAOA/AAAAAAAA4D8CAAAAjAAAAAEAAAACAAAA////AP///wgAAAAAAAAAABIwo2560uuw5JzJf+OeCVIB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J/f38A7uzhA8zMzADAwP8Af39/AAAAAAAAAAAAAAAAAAAAAAAAAAAAIQAAABgAAAAUAAAAZgYAAKQfAAAkCQAAYiIAAAAAAAAmAAAACAAAAP//////////"/>
                </a:ext>
              </a:extLst>
            </p:cNvSpPr>
            <p:nvPr/>
          </p:nvSpPr>
          <p:spPr>
            <a:xfrm>
              <a:off x="1040130" y="5143500"/>
              <a:ext cx="445770" cy="445770"/>
            </a:xfrm>
            <a:custGeom>
              <a:avLst/>
              <a:gdLst/>
              <a:ahLst/>
              <a:cxnLst/>
              <a:rect l="0" t="0" r="445770" b="445770"/>
              <a:pathLst>
                <a:path w="445770" h="445770">
                  <a:moveTo>
                    <a:pt x="0" y="0"/>
                  </a:moveTo>
                  <a:lnTo>
                    <a:pt x="445770" y="0"/>
                  </a:lnTo>
                  <a:lnTo>
                    <a:pt x="445770" y="445770"/>
                  </a:lnTo>
                  <a:lnTo>
                    <a:pt x="0" y="4457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stretch/>
            </a:blipFill>
            <a:ln>
              <a:noFill/>
            </a:ln>
            <a:effectLst/>
          </p:spPr>
        </p:sp>
        <p:sp>
          <p:nvSpPr>
            <p:cNvPr id="13" name="Freeform 14"/>
            <p:cNvSpPr>
              <a:extLst>
                <a:ext uri="smNativeData">
                  <pr:smNativeData xmlns:pr="smNativeData" xmlns="smNativeData" val="SMDATA_15_9lpfaRMAAAAlAAAACwAAAA0AAAAAAAAAAAAAAACpAwAAqQMAAAAAAAAAAAAAAAAAAAEAAABQAAAAAAAAAAAA4D8AAAAAAADgPwAAAAAAAOA/AAAAAAAA4D8AAAAAAADgPwAAAAAAAOA/AAAAAAAA4D8AAAAAAADgPwAAAAAAAOA/AAAAAAAA4D8CAAAAjAAAAAEAAAACAAAA////AP///wgAAAAAAAAAABIwo2560uuw5JzJf+OeCVIB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J/f38A7uzhA8zMzADAwP8Af39/AAAAAAAAAAAAAAAAAAAAAAAAAAAAIQAAABgAAAAUAAAAGgQAAKQfAADYBgAAYiIAAAAAAAAmAAAACAAAAP//////////"/>
                </a:ext>
              </a:extLst>
            </p:cNvSpPr>
            <p:nvPr/>
          </p:nvSpPr>
          <p:spPr>
            <a:xfrm>
              <a:off x="666750" y="5143500"/>
              <a:ext cx="445770" cy="445770"/>
            </a:xfrm>
            <a:custGeom>
              <a:avLst/>
              <a:gdLst/>
              <a:ahLst/>
              <a:cxnLst/>
              <a:rect l="0" t="0" r="445770" b="445770"/>
              <a:pathLst>
                <a:path w="445770" h="445770">
                  <a:moveTo>
                    <a:pt x="0" y="0"/>
                  </a:moveTo>
                  <a:lnTo>
                    <a:pt x="445770" y="0"/>
                  </a:lnTo>
                  <a:lnTo>
                    <a:pt x="445770" y="445770"/>
                  </a:lnTo>
                  <a:lnTo>
                    <a:pt x="0" y="4457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stretch/>
            </a:blipFill>
            <a:ln>
              <a:noFill/>
            </a:ln>
            <a:effectLst/>
          </p:spPr>
        </p:sp>
      </p:grpSp>
      <p:grpSp>
        <p:nvGrpSpPr>
          <p:cNvPr id="15" name="Group 15"/>
          <p:cNvGrpSpPr>
            <a:extLst>
              <a:ext uri="smNativeData">
                <pr:smNativeData xmlns:pr="smNativeData" xmlns="smNativeData" val="SMDATA_6_9lpfaRMAAAAlAAAAAQAAAA8BAAAAkAAAAEgAAACQAAAASAAAAAAAAAAAAAAAAAAAABcAAAAUAAAAAAAAAAAAAAD/fwAA/38AAAAAAAAJAAAABAAAAOrv9v8fAAAAVAAAAAAAAAAAAAAAAAAAAAAAAAAAAAAAAAAAAAAAAAAAAAAAAAAAAAAAAAAAAAAAAAAAAAAAAAAAAAAAAAAAAAAAAAAAAAAAAAAAAAAAAAAAAAAAAAAAACEAAAAYAAAAFAAAAH4nAACkHwAAiCwAAGIiAAAQAAAAJgAAAAgAAAD/////AAAAAA=="/>
              </a:ext>
            </a:extLst>
          </p:cNvGrpSpPr>
          <p:nvPr/>
        </p:nvGrpSpPr>
        <p:grpSpPr>
          <a:xfrm>
            <a:off x="6419850" y="5143500"/>
            <a:ext cx="819150" cy="445770"/>
            <a:chOff x="6419850" y="5143500"/>
            <a:chExt cx="819150" cy="445770"/>
          </a:xfrm>
        </p:grpSpPr>
        <p:sp>
          <p:nvSpPr>
            <p:cNvPr id="17" name="Freeform 16"/>
            <p:cNvSpPr>
              <a:extLst>
                <a:ext uri="smNativeData">
                  <pr:smNativeData xmlns:pr="smNativeData" xmlns="smNativeData" val="SMDATA_15_9lpfaRMAAAAlAAAACwAAAA0AAAAADwMAAAAAAAC4BgAAqQMAAAAAAAAAAAAAAAAAAAEAAABQAAAAAAAAAAAA4D8AAAAAAADgPwAAAAAAAOA/AAAAAAAA4D8AAAAAAADgPwAAAAAAAOA/AAAAAAAA4D8AAAAAAADgPwAAAAAAAOA/AAAAAAAA4D8CAAAAjAAAAAEAAAACAAAA////AP///wgAAAAAAAAAABIwo2560uuw5JzJf+OeCVIB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J/f38A7uzhA8zMzADAwP8Af39/AAAAAAAAAAAAAAAAAAAAAAAAAAAAIQAAABgAAAAUAAAAyikAAKQfAACILAAAYiIAAAAAAAAmAAAACAAAAP//////////"/>
                </a:ext>
              </a:extLst>
            </p:cNvSpPr>
            <p:nvPr/>
          </p:nvSpPr>
          <p:spPr>
            <a:xfrm>
              <a:off x="6793230" y="5143500"/>
              <a:ext cx="445770" cy="445770"/>
            </a:xfrm>
            <a:custGeom>
              <a:avLst/>
              <a:gdLst/>
              <a:ahLst/>
              <a:cxnLst/>
              <a:rect l="0" t="0" r="445770" b="445770"/>
              <a:pathLst>
                <a:path w="445770" h="445770">
                  <a:moveTo>
                    <a:pt x="0" y="0"/>
                  </a:moveTo>
                  <a:lnTo>
                    <a:pt x="445770" y="0"/>
                  </a:lnTo>
                  <a:lnTo>
                    <a:pt x="445770" y="445770"/>
                  </a:lnTo>
                  <a:lnTo>
                    <a:pt x="0" y="4457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stretch/>
            </a:blipFill>
            <a:ln>
              <a:noFill/>
            </a:ln>
            <a:effectLst/>
          </p:spPr>
        </p:sp>
        <p:sp>
          <p:nvSpPr>
            <p:cNvPr id="16" name="Freeform 17"/>
            <p:cNvSpPr>
              <a:extLst>
                <a:ext uri="smNativeData">
                  <pr:smNativeData xmlns:pr="smNativeData" xmlns="smNativeData" val="SMDATA_15_9lpfaRMAAAAlAAAACwAAAA0AAAAAAAAAAAAAAACpAwAAqQMAAAAAAAAAAAAAAAAAAAEAAABQAAAAAAAAAAAA4D8AAAAAAADgPwAAAAAAAOA/AAAAAAAA4D8AAAAAAADgPwAAAAAAAOA/AAAAAAAA4D8AAAAAAADgPwAAAAAAAOA/AAAAAAAA4D8CAAAAjAAAAAEAAAACAAAA////AP///wgAAAAAAAAAABIwo2560uuw5JzJf+OeCVIB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J/f38A7uzhA8zMzADAwP8Af39/AAAAAAAAAAAAAAAAAAAAAAAAAAAAIQAAABgAAAAUAAAAficAAKQfAAA8KgAAYiIAAAAAAAAmAAAACAAAAP//////////"/>
                </a:ext>
              </a:extLst>
            </p:cNvSpPr>
            <p:nvPr/>
          </p:nvSpPr>
          <p:spPr>
            <a:xfrm>
              <a:off x="6419850" y="5143500"/>
              <a:ext cx="445770" cy="445770"/>
            </a:xfrm>
            <a:custGeom>
              <a:avLst/>
              <a:gdLst/>
              <a:ahLst/>
              <a:cxnLst/>
              <a:rect l="0" t="0" r="445770" b="445770"/>
              <a:pathLst>
                <a:path w="445770" h="445770">
                  <a:moveTo>
                    <a:pt x="0" y="0"/>
                  </a:moveTo>
                  <a:lnTo>
                    <a:pt x="445770" y="0"/>
                  </a:lnTo>
                  <a:lnTo>
                    <a:pt x="445770" y="445770"/>
                  </a:lnTo>
                  <a:lnTo>
                    <a:pt x="0" y="4457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stretch/>
            </a:blipFill>
            <a:ln>
              <a:noFill/>
            </a:ln>
            <a:effectLst/>
          </p:spPr>
        </p:sp>
      </p:grpSp>
      <p:grpSp>
        <p:nvGrpSpPr>
          <p:cNvPr id="18" name="Group 18"/>
          <p:cNvGrpSpPr>
            <a:extLst>
              <a:ext uri="smNativeData">
                <pr:smNativeData xmlns:pr="smNativeData" xmlns="smNativeData" val="SMDATA_6_9lpfaRMAAAAlAAAAAQAAAA8BAAAAkAAAAEgAAACQAAAASAAAAAAAAAAAAAAAAAAAABcAAAAUAAAAAAAAAAAAAAD/fwAA/38AAAAAAAAJAAAABAAAAN7///8fAAAAVAAAAAAAAAAAAAAAAAAAAAAAAAAAAAAAAAAAAAAAAAAAAAAAAAAAAAAAAAAAAAAAAAAAAAAAAAAAAAAAAAAAAAAAAAAAAAAAAAAAAAAAAAAAAAAAAAAAACEAAAAYAAAAFAAAAOJKAACkHwAA7E8AAGIiAAAQAAAAJgAAAAgAAAD/////AAAAAA=="/>
              </a:ext>
            </a:extLst>
          </p:cNvGrpSpPr>
          <p:nvPr/>
        </p:nvGrpSpPr>
        <p:grpSpPr>
          <a:xfrm>
            <a:off x="12172950" y="5143500"/>
            <a:ext cx="819150" cy="445770"/>
            <a:chOff x="12172950" y="5143500"/>
            <a:chExt cx="819150" cy="445770"/>
          </a:xfrm>
        </p:grpSpPr>
        <p:sp>
          <p:nvSpPr>
            <p:cNvPr id="20" name="Freeform 19"/>
            <p:cNvSpPr>
              <a:extLst>
                <a:ext uri="smNativeData">
                  <pr:smNativeData xmlns:pr="smNativeData" xmlns="smNativeData" val="SMDATA_15_9lpfaRMAAAAlAAAACwAAAA0AAAAADwMAAAAAAAC4BgAAqQMAAAAAAAAAAAAAAAAAAAEAAABQAAAAAAAAAAAA4D8AAAAAAADgPwAAAAAAAOA/AAAAAAAA4D8AAAAAAADgPwAAAAAAAOA/AAAAAAAA4D8AAAAAAADgPwAAAAAAAOA/AAAAAAAA4D8CAAAAjAAAAAEAAAACAAAA////AP///wgAAAAAAAAAABIwo2560uuw5JzJf+OeCVIB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J/f38A7uzhA8zMzADAwP8Af39/AAAAAAAAAAAAAAAAAAAAAAAAAAAAIQAAABgAAAAUAAAALk0AAKQfAADsTwAAYiIAAAAAAAAmAAAACAAAAP//////////"/>
                </a:ext>
              </a:extLst>
            </p:cNvSpPr>
            <p:nvPr/>
          </p:nvSpPr>
          <p:spPr>
            <a:xfrm>
              <a:off x="12546330" y="5143500"/>
              <a:ext cx="445770" cy="445770"/>
            </a:xfrm>
            <a:custGeom>
              <a:avLst/>
              <a:gdLst/>
              <a:ahLst/>
              <a:cxnLst/>
              <a:rect l="0" t="0" r="445770" b="445770"/>
              <a:pathLst>
                <a:path w="445770" h="445770">
                  <a:moveTo>
                    <a:pt x="0" y="0"/>
                  </a:moveTo>
                  <a:lnTo>
                    <a:pt x="445770" y="0"/>
                  </a:lnTo>
                  <a:lnTo>
                    <a:pt x="445770" y="445770"/>
                  </a:lnTo>
                  <a:lnTo>
                    <a:pt x="0" y="4457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stretch/>
            </a:blipFill>
            <a:ln>
              <a:noFill/>
            </a:ln>
            <a:effectLst/>
          </p:spPr>
        </p:sp>
        <p:sp>
          <p:nvSpPr>
            <p:cNvPr id="19" name="Freeform 20"/>
            <p:cNvSpPr>
              <a:extLst>
                <a:ext uri="smNativeData">
                  <pr:smNativeData xmlns:pr="smNativeData" xmlns="smNativeData" val="SMDATA_15_9lpfaRMAAAAlAAAACwAAAA0AAAAAAAAAAAAAAACpAwAAqQMAAAAAAAAAAAAAAAAAAAEAAABQAAAAAAAAAAAA4D8AAAAAAADgPwAAAAAAAOA/AAAAAAAA4D8AAAAAAADgPwAAAAAAAOA/AAAAAAAA4D8AAAAAAADgPwAAAAAAAOA/AAAAAAAA4D8CAAAAjAAAAAEAAAACAAAA////AP///wgAAAAAAAAAABIwo2560uuw5JzJf+OeCVIB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J/f38A7uzhA8zMzADAwP8Af39/AAAAAAAAAAAAAAAAAAAAAAAAAAAAIQAAABgAAAAUAAAA4koAAKQfAACgTQAAYiIAAAAAAAAmAAAACAAAAP//////////"/>
                </a:ext>
              </a:extLst>
            </p:cNvSpPr>
            <p:nvPr/>
          </p:nvSpPr>
          <p:spPr>
            <a:xfrm>
              <a:off x="12172950" y="5143500"/>
              <a:ext cx="445770" cy="445770"/>
            </a:xfrm>
            <a:custGeom>
              <a:avLst/>
              <a:gdLst/>
              <a:ahLst/>
              <a:cxnLst/>
              <a:rect l="0" t="0" r="445770" b="445770"/>
              <a:pathLst>
                <a:path w="445770" h="445770">
                  <a:moveTo>
                    <a:pt x="0" y="0"/>
                  </a:moveTo>
                  <a:lnTo>
                    <a:pt x="445770" y="0"/>
                  </a:lnTo>
                  <a:lnTo>
                    <a:pt x="445770" y="445770"/>
                  </a:lnTo>
                  <a:lnTo>
                    <a:pt x="0" y="4457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stretch/>
            </a:blipFill>
            <a:ln>
              <a:noFill/>
            </a:ln>
            <a:effectLst/>
          </p:spPr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bg>
      <p:bgPr>
        <a:solidFill>
          <a:srgbClr val="0A1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extLst>
              <a:ext uri="smNativeData">
                <pr:smNativeData xmlns:pr="smNativeData" xmlns="smNativeData" val="SMDATA_6_9lpfaRMAAAAlAAAAAQAAAA8BAAAAkAAAAEgAAACQAAAASAAAAAAAAAAAAAAAAAAAABcAAAAUAAAAAAAAAAAAAAD/fwAA/38AAAAAAAAJAAAABAAAAAAAAAAfAAAAVAAAAAAAAAAAAAAAAAAAAAAAAAAAAAAAAAAAAAAAAAAAAAAAAAAAAAAAAAAAAAAAAAAAAAAAAAAAAAAAAAAAAAAAAAAAAAAAAAAAAAAAAAAAAAAAAAAAACEAAAAYAAAAFAAAABoEAAAaBAAAAkkAAGcRAAAQAAAAJgAAAAgAAAD/////AAAAAA=="/>
              </a:ext>
            </a:extLst>
          </p:cNvGrpSpPr>
          <p:nvPr/>
        </p:nvGrpSpPr>
        <p:grpSpPr>
          <a:xfrm>
            <a:off x="666750" y="666750"/>
            <a:ext cx="11201400" cy="2162175"/>
            <a:chOff x="666750" y="666750"/>
            <a:chExt cx="11201400" cy="2162175"/>
          </a:xfrm>
        </p:grpSpPr>
        <p:sp>
          <p:nvSpPr>
            <p:cNvPr id="4" name="TextBox 3"/>
            <p:cNvSpPr>
              <a:extLst>
                <a:ext uri="smNativeData">
                  <pr:smNativeData xmlns:pr="smNativeData" xmlns="smNativeData" val="SMDATA_15_9lpfaR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EAA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GgQAAA8EAAACSQAAkAsAAAAgAAAmAAAACAAAAP//////////"/>
                </a:ext>
              </a:extLst>
            </p:cNvSpPr>
            <p:nvPr/>
          </p:nvSpPr>
          <p:spPr>
            <a:xfrm>
              <a:off x="666750" y="659765"/>
              <a:ext cx="11201400" cy="121983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0" rIns="0" bIns="0" numCol="1" spcCol="215900" anchor="t"/>
            <a:lstStyle/>
            <a:p>
              <a:pPr marL="0" indent="0" algn="l">
                <a:lnSpc>
                  <a:spcPts val="8000"/>
                </a:lnSpc>
                <a:spcBef>
                  <a:spcPts val="0"/>
                </a:spcBef>
                <a:defRPr lang="en-us"/>
              </a:pPr>
              <a:r>
                <a:rPr lang="en-us" sz="8000" cap="none" spc="-51">
                  <a:solidFill>
                    <a:srgbClr val="BAE1FF"/>
                  </a:solidFill>
                  <a:latin typeface="ITC Avant Garde Gothic" pitchFamily="0" charset="0"/>
                  <a:ea typeface="ITC Avant Garde Gothic" pitchFamily="0" charset="0"/>
                  <a:cs typeface="ITC Avant Garde Gothic" pitchFamily="0" charset="0"/>
                </a:rPr>
                <a:t>Problem Statement</a:t>
              </a:r>
              <a:endParaRPr lang="en-us" sz="8000" cap="none" spc="-51">
                <a:solidFill>
                  <a:srgbClr val="BAE1FF"/>
                </a:solidFill>
                <a:latin typeface="ITC Avant Garde Gothic" pitchFamily="0" charset="0"/>
                <a:ea typeface="ITC Avant Garde Gothic" pitchFamily="0" charset="0"/>
                <a:cs typeface="ITC Avant Garde Gothic" pitchFamily="0" charset="0"/>
              </a:endParaRPr>
            </a:p>
          </p:txBody>
        </p:sp>
        <p:sp>
          <p:nvSpPr>
            <p:cNvPr id="3" name="TextBox 4"/>
            <p:cNvSpPr>
              <a:extLst>
                <a:ext uri="smNativeData">
                  <pr:smNativeData xmlns:pr="smNativeData" xmlns="smNativeData" val="SMDATA_15_9lpfaR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NjoQu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GgQAAGoOAAApQAAAZxEAAAAgAAAmAAAACAAAAP//////////"/>
                </a:ext>
              </a:extLst>
            </p:cNvSpPr>
            <p:nvPr/>
          </p:nvSpPr>
          <p:spPr>
            <a:xfrm>
              <a:off x="666750" y="2343150"/>
              <a:ext cx="9763125" cy="48577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0" rIns="0" bIns="0" numCol="1" spcCol="215900" anchor="t"/>
            <a:lstStyle/>
            <a:p>
              <a:pPr marL="0" indent="0" algn="l">
                <a:lnSpc>
                  <a:spcPts val="3835"/>
                </a:lnSpc>
                <a:spcBef>
                  <a:spcPts val="0"/>
                </a:spcBef>
                <a:defRPr lang="en-us"/>
              </a:pPr>
              <a:r>
                <a:rPr lang="en-us" sz="3195" cap="none" spc="-23">
                  <a:solidFill>
                    <a:srgbClr val="DCEEFF"/>
                  </a:solidFill>
                  <a:latin typeface="TT Fors" pitchFamily="0" charset="0"/>
                  <a:ea typeface="TT Fors" pitchFamily="0" charset="0"/>
                  <a:cs typeface="TT Fors" pitchFamily="0" charset="0"/>
                </a:rPr>
                <a:t>Clarifying Research Focus</a:t>
              </a:r>
              <a:endParaRPr lang="en-us" sz="3195" cap="none" spc="-23">
                <a:solidFill>
                  <a:srgbClr val="DCEEFF"/>
                </a:solidFill>
                <a:latin typeface="TT Fors" pitchFamily="0" charset="0"/>
                <a:ea typeface="TT Fors" pitchFamily="0" charset="0"/>
                <a:cs typeface="TT Fors" pitchFamily="0" charset="0"/>
              </a:endParaRPr>
            </a:p>
          </p:txBody>
        </p:sp>
      </p:grpSp>
      <p:grpSp>
        <p:nvGrpSpPr>
          <p:cNvPr id="5" name="Group 5"/>
          <p:cNvGrpSpPr>
            <a:extLst>
              <a:ext uri="smNativeData">
                <pr:smNativeData xmlns:pr="smNativeData" xmlns="smNativeData" val="SMDATA_6_9lpfaRMAAAAlAAAAAQAAAA8BAAAAkAAAAEgAAACQAAAASAAAAAAAAAAAAAAAAAAAABcAAAAUAAAAAAAAAAAAAAD/fwAA/38AAAAAAAAJAAAABAAAADsAAAAfAAAAVAAAAAAAAAAAAAAAAAAAAAAAAAAAAAAAAAAAAAAAAAAAAAAAAAAAAAAAAAAAAAAAAAAAAAAAAAAAAAAAAAAAAAAAAAAAAAAAAAAAAAAAAAAAAAAAAAAAACEAAAAYAAAAFAAAALRaAAAqMAAAhXgAADA7AAAQAAAAJgAAAAgAAAD/////AAAAAA=="/>
              </a:ext>
            </a:extLst>
          </p:cNvGrpSpPr>
          <p:nvPr/>
        </p:nvGrpSpPr>
        <p:grpSpPr>
          <a:xfrm>
            <a:off x="14744700" y="7829550"/>
            <a:ext cx="4846955" cy="1791970"/>
            <a:chOff x="14744700" y="7829550"/>
            <a:chExt cx="4846955" cy="1791970"/>
          </a:xfrm>
        </p:grpSpPr>
        <p:sp>
          <p:nvSpPr>
            <p:cNvPr id="8" name="Freeform 6"/>
            <p:cNvSpPr>
              <a:extLst>
                <a:ext uri="smNativeData">
                  <pr:smNativeData xmlns:pr="smNativeData" xmlns="smNativeData" val="SMDATA_15_9lpfaRMAAAAlAAAACwAAAA0AAAAAAAAAAAAAAACzDgAAsw4AAAAAAAAAAAAAAAAAAAEAAABQAAAAAAAAAAAA4D8AAAAAAADgPwAAAAAAAOA/AAAAAAAA4D8AAAAAAADgPwAAAAAAAOA/AAAAAAAA4D8AAAAAAADgPwAAAAAAAOA/AAAAAAAA4D8CAAAAjAAAAAEAAAACAAAA////AP///wgAAAAAAAAAAD0FGSCj8bAH5JJhLcx+bRAB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Gumk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tFoAACowAAC6ZQAAMDsAAAAAAAAmAAAACAAAAP//////////"/>
                </a:ext>
              </a:extLst>
            </p:cNvSpPr>
            <p:nvPr/>
          </p:nvSpPr>
          <p:spPr>
            <a:xfrm>
              <a:off x="14744700" y="7829550"/>
              <a:ext cx="1791970" cy="1791970"/>
            </a:xfrm>
            <a:custGeom>
              <a:avLst/>
              <a:gdLst/>
              <a:ahLst/>
              <a:cxnLst/>
              <a:rect l="0" t="0" r="1791970" b="1791970"/>
              <a:pathLst>
                <a:path w="1791970" h="1791970">
                  <a:moveTo>
                    <a:pt x="0" y="0"/>
                  </a:moveTo>
                  <a:lnTo>
                    <a:pt x="1791970" y="0"/>
                  </a:lnTo>
                  <a:lnTo>
                    <a:pt x="1791970" y="1791970"/>
                  </a:lnTo>
                  <a:lnTo>
                    <a:pt x="0" y="1791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stretch/>
            </a:blipFill>
            <a:ln>
              <a:noFill/>
            </a:ln>
            <a:effectLst/>
          </p:spPr>
        </p:sp>
        <p:sp>
          <p:nvSpPr>
            <p:cNvPr id="7" name="Freeform 7"/>
            <p:cNvSpPr>
              <a:extLst>
                <a:ext uri="smNativeData">
                  <pr:smNativeData xmlns:pr="smNativeData" xmlns="smNativeData" val="SMDATA_15_9lpfaRMAAAAlAAAACwAAAA0AAAAAhwwAAAAAAAA6GwAAsw4AAAAAAAAAAAAAAAAAAAEAAABQAAAAAAAAAAAA4D8AAAAAAADgPwAAAAAAAOA/AAAAAAAA4D8AAAAAAADgPwAAAAAAAOA/AAAAAAAA4D8AAAAAAADgPwAAAAAAAOA/AAAAAAAA4D8CAAAAjAAAAAEAAAACAAAA////AP///wgAAAAAAAAAAD0FGSCj8bAH5JJhLcx+bRAB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GWQAACowAAAgbwAAMDsAAAAAAAAmAAAACAAAAP//////////"/>
                </a:ext>
              </a:extLst>
            </p:cNvSpPr>
            <p:nvPr/>
          </p:nvSpPr>
          <p:spPr>
            <a:xfrm>
              <a:off x="16271875" y="7829550"/>
              <a:ext cx="1792605" cy="1791970"/>
            </a:xfrm>
            <a:custGeom>
              <a:avLst/>
              <a:gdLst/>
              <a:ahLst/>
              <a:cxnLst/>
              <a:rect l="0" t="0" r="1792605" b="1791970"/>
              <a:pathLst>
                <a:path w="1792605" h="1791970">
                  <a:moveTo>
                    <a:pt x="0" y="0"/>
                  </a:moveTo>
                  <a:lnTo>
                    <a:pt x="1792605" y="0"/>
                  </a:lnTo>
                  <a:lnTo>
                    <a:pt x="1792605" y="1791970"/>
                  </a:lnTo>
                  <a:lnTo>
                    <a:pt x="0" y="1791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stretch/>
            </a:blipFill>
            <a:ln>
              <a:noFill/>
            </a:ln>
            <a:effectLst/>
          </p:spPr>
        </p:sp>
        <p:sp>
          <p:nvSpPr>
            <p:cNvPr id="6" name="Freeform 8"/>
            <p:cNvSpPr>
              <a:extLst>
                <a:ext uri="smNativeData">
                  <pr:smNativeData xmlns:pr="smNativeData" xmlns="smNativeData" val="SMDATA_15_9lpfaRMAAAAlAAAACwAAAA0AAAAADhkAAAAAAADBJwAAsw4AAAAAAAAAAAAAAAAAAAEAAABQAAAAAAAAAAAA4D8AAAAAAADgPwAAAAAAAOA/AAAAAAAA4D8AAAAAAADgPwAAAAAAAOA/AAAAAAAA4D8AAAAAAADgPwAAAAAAAOA/AAAAAAAA4D8CAAAAjAAAAAEAAAACAAAA////AP///wgAAAAAAAAAAD0FGSCj8bAH5JJhLcx+bRAB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f20AACowAACFeAAAMDsAAAAAAAAmAAAACAAAAP//////////"/>
                </a:ext>
              </a:extLst>
            </p:cNvSpPr>
            <p:nvPr/>
          </p:nvSpPr>
          <p:spPr>
            <a:xfrm>
              <a:off x="17799685" y="7829550"/>
              <a:ext cx="1791970" cy="1791970"/>
            </a:xfrm>
            <a:custGeom>
              <a:avLst/>
              <a:gdLst/>
              <a:ahLst/>
              <a:cxnLst/>
              <a:rect l="0" t="0" r="1791970" b="1791970"/>
              <a:pathLst>
                <a:path w="1791970" h="1791970">
                  <a:moveTo>
                    <a:pt x="0" y="0"/>
                  </a:moveTo>
                  <a:lnTo>
                    <a:pt x="1791970" y="0"/>
                  </a:lnTo>
                  <a:lnTo>
                    <a:pt x="1791970" y="1791970"/>
                  </a:lnTo>
                  <a:lnTo>
                    <a:pt x="0" y="1791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stretch/>
            </a:blipFill>
            <a:ln>
              <a:noFill/>
            </a:ln>
            <a:effectLst/>
          </p:spPr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bg>
      <p:bgPr>
        <a:solidFill>
          <a:srgbClr val="0A1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extLst>
              <a:ext uri="smNativeData">
                <pr:smNativeData xmlns:pr="smNativeData" xmlns="smNativeData" val="SMDATA_6_9lpfaRMAAAAlAAAAAQAAAA8BAAAAkAAAAEgAAACQAAAASAAAAAAAAAAAAAAAAAAAABcAAAAUAAAAAAAAAAAAAAD/fwAA/38AAAAAAAAJAAAABAAAACoBAAAfAAAAVAAAAAAAAAAAAAAAAAAAAAAAAAAAAAAAAAAAAAAAAAAAAAAAAAAAAAAAAAAAAAAAAAAAAAAAAAAAAAAAAAAAAAAAAAAAAAAAAAAAAAAAAAAAAAAAAAAAACEAAAAYAAAAFAAAABoEAAAmJQAA7BMAAHYzAAAQAAAAJgAAAAgAAAD/////AAAAAA=="/>
              </a:ext>
            </a:extLst>
          </p:cNvGrpSpPr>
          <p:nvPr/>
        </p:nvGrpSpPr>
        <p:grpSpPr>
          <a:xfrm>
            <a:off x="666750" y="6038850"/>
            <a:ext cx="2571750" cy="2326640"/>
            <a:chOff x="666750" y="6038850"/>
            <a:chExt cx="2571750" cy="2326640"/>
          </a:xfrm>
        </p:grpSpPr>
        <p:sp>
          <p:nvSpPr>
            <p:cNvPr id="4" name="TextBox 3"/>
            <p:cNvSpPr>
              <a:extLst>
                <a:ext uri="smNativeData">
                  <pr:smNativeData xmlns:pr="smNativeData" xmlns="smNativeData" val="SMDATA_15_9lpfaR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GgQAAHkqAADsEwAAdjMAAAAgAAAmAAAACAAAAP//////////"/>
                </a:ext>
              </a:extLst>
            </p:cNvSpPr>
            <p:nvPr/>
          </p:nvSpPr>
          <p:spPr>
            <a:xfrm>
              <a:off x="666750" y="6904355"/>
              <a:ext cx="2571750" cy="146113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0" rIns="0" bIns="0" numCol="1" spcCol="215900" anchor="t"/>
            <a:lstStyle/>
            <a:p>
              <a:pPr marL="0" indent="0" algn="l">
                <a:lnSpc>
                  <a:spcPts val="2940"/>
                </a:lnSpc>
                <a:defRPr lang="en-us"/>
              </a:pPr>
              <a:r>
                <a:rPr lang="en-us" sz="2100" cap="none" spc="-11">
                  <a:solidFill>
                    <a:srgbClr val="DCEEFF"/>
                  </a:solidFill>
                  <a:latin typeface="TT Fors" pitchFamily="0" charset="0"/>
                  <a:ea typeface="TT Fors" pitchFamily="0" charset="0"/>
                  <a:cs typeface="TT Fors" pitchFamily="0" charset="0"/>
                </a:rPr>
                <a:t>Centralized systems expose sensitive patient data to unauthorized access.</a:t>
              </a:r>
              <a:endParaRPr lang="en-us" sz="2100" cap="none" spc="-11">
                <a:solidFill>
                  <a:srgbClr val="DCEEFF"/>
                </a:solidFill>
                <a:latin typeface="TT Fors" pitchFamily="0" charset="0"/>
                <a:ea typeface="TT Fors" pitchFamily="0" charset="0"/>
                <a:cs typeface="TT Fors" pitchFamily="0" charset="0"/>
              </a:endParaRPr>
            </a:p>
          </p:txBody>
        </p:sp>
        <p:sp>
          <p:nvSpPr>
            <p:cNvPr id="3" name="TextBox 4"/>
            <p:cNvSpPr>
              <a:extLst>
                <a:ext uri="smNativeData">
                  <pr:smNativeData xmlns:pr="smNativeData" xmlns="smNativeData" val="SMDATA_15_9lpfaR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GgQAANckAAA/DgAAIygAAAAgAAAmAAAACAAAAP//////////"/>
                </a:ext>
              </a:extLst>
            </p:cNvSpPr>
            <p:nvPr/>
          </p:nvSpPr>
          <p:spPr>
            <a:xfrm>
              <a:off x="666750" y="5988685"/>
              <a:ext cx="1649095" cy="53594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0" rIns="0" bIns="0" numCol="1" spcCol="215900" anchor="t"/>
            <a:lstStyle/>
            <a:p>
              <a:pPr lvl="1" marL="0" indent="0" algn="l">
                <a:lnSpc>
                  <a:spcPts val="3835"/>
                </a:lnSpc>
                <a:spcBef>
                  <a:spcPts val="0"/>
                </a:spcBef>
                <a:defRPr lang="en-us"/>
              </a:pPr>
              <a:r>
                <a:rPr lang="en-us" sz="3195" cap="none" spc="-21">
                  <a:solidFill>
                    <a:srgbClr val="DCEEFF"/>
                  </a:solidFill>
                  <a:latin typeface="ITC Avant Garde Gothic" pitchFamily="0" charset="0"/>
                  <a:ea typeface="ITC Avant Garde Gothic" pitchFamily="0" charset="0"/>
                  <a:cs typeface="ITC Avant Garde Gothic" pitchFamily="0" charset="0"/>
                </a:rPr>
                <a:t>01</a:t>
              </a:r>
              <a:endParaRPr lang="en-us" sz="3195" cap="none" spc="-21">
                <a:solidFill>
                  <a:srgbClr val="DCEEFF"/>
                </a:solidFill>
                <a:latin typeface="ITC Avant Garde Gothic" pitchFamily="0" charset="0"/>
                <a:ea typeface="ITC Avant Garde Gothic" pitchFamily="0" charset="0"/>
                <a:cs typeface="ITC Avant Garde Gothic" pitchFamily="0" charset="0"/>
              </a:endParaRPr>
            </a:p>
          </p:txBody>
        </p:sp>
      </p:grpSp>
      <p:grpSp>
        <p:nvGrpSpPr>
          <p:cNvPr id="5" name="Group 5"/>
          <p:cNvGrpSpPr>
            <a:extLst>
              <a:ext uri="smNativeData">
                <pr:smNativeData xmlns:pr="smNativeData" xmlns="smNativeData" val="SMDATA_6_9lpfaRMAAAAlAAAAAQAAAA8BAAAAkAAAAEgAAACQAAAASAAAAAAAAAAAAAAAAAAAABcAAAAUAAAAAAAAAAAAAAD/fwAA/38AAAAAAAAJAAAABAAAAHQBAAAfAAAAVAAAAAAAAAAAAAAAAAAAAAAAAAAAAAAAAAAAAAAAAAAAAAAAAAAAAAAAAAAAAAAAAAAAAAAAAAAAAAAAAAAAAAAAAAAAAAAAAAAAAAAAAAAAAAAAAAAAACEAAAAYAAAAFAAAAKUeAAAmJQAAdy4AAL81AAAQAAAAJgAAAAgAAAD/////AAAAAA=="/>
              </a:ext>
            </a:extLst>
          </p:cNvGrpSpPr>
          <p:nvPr/>
        </p:nvGrpSpPr>
        <p:grpSpPr>
          <a:xfrm>
            <a:off x="4981575" y="6038850"/>
            <a:ext cx="2571750" cy="2698115"/>
            <a:chOff x="4981575" y="6038850"/>
            <a:chExt cx="2571750" cy="2698115"/>
          </a:xfrm>
        </p:grpSpPr>
        <p:sp>
          <p:nvSpPr>
            <p:cNvPr id="7" name="TextBox 6"/>
            <p:cNvSpPr>
              <a:extLst>
                <a:ext uri="smNativeData">
                  <pr:smNativeData xmlns:pr="smNativeData" xmlns="smNativeData" val="SMDATA_15_9lpfaR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J6DYf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pR4AAHkqAAB3LgAAvzUAAAAgAAAmAAAACAAAAP//////////"/>
                </a:ext>
              </a:extLst>
            </p:cNvSpPr>
            <p:nvPr/>
          </p:nvSpPr>
          <p:spPr>
            <a:xfrm>
              <a:off x="4981575" y="6904355"/>
              <a:ext cx="2571750" cy="183261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0" rIns="0" bIns="0" numCol="1" spcCol="215900" anchor="t"/>
            <a:lstStyle/>
            <a:p>
              <a:pPr marL="0" indent="0" algn="l">
                <a:lnSpc>
                  <a:spcPts val="2940"/>
                </a:lnSpc>
                <a:defRPr lang="en-us"/>
              </a:pPr>
              <a:r>
                <a:rPr lang="en-us" sz="2100" cap="none" spc="-11">
                  <a:solidFill>
                    <a:srgbClr val="DCEEFF"/>
                  </a:solidFill>
                  <a:latin typeface="TT Fors" pitchFamily="0" charset="0"/>
                  <a:ea typeface="TT Fors" pitchFamily="0" charset="0"/>
                  <a:cs typeface="TT Fors" pitchFamily="0" charset="0"/>
                </a:rPr>
                <a:t>Non-private federated learning lacks robust privacy protections for participants.</a:t>
              </a:r>
              <a:endParaRPr lang="en-us" sz="2100" cap="none" spc="-11">
                <a:solidFill>
                  <a:srgbClr val="DCEEFF"/>
                </a:solidFill>
                <a:latin typeface="TT Fors" pitchFamily="0" charset="0"/>
                <a:ea typeface="TT Fors" pitchFamily="0" charset="0"/>
                <a:cs typeface="TT Fors" pitchFamily="0" charset="0"/>
              </a:endParaRPr>
            </a:p>
          </p:txBody>
        </p:sp>
        <p:sp>
          <p:nvSpPr>
            <p:cNvPr id="6" name="TextBox 7"/>
            <p:cNvSpPr>
              <a:extLst>
                <a:ext uri="smNativeData">
                  <pr:smNativeData xmlns:pr="smNativeData" xmlns="smNativeData" val="SMDATA_15_9lpfaR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J2EYv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pR4AANckAADKKAAAIygAAAAgAAAmAAAACAAAAP//////////"/>
                </a:ext>
              </a:extLst>
            </p:cNvSpPr>
            <p:nvPr/>
          </p:nvSpPr>
          <p:spPr>
            <a:xfrm>
              <a:off x="4981575" y="5988685"/>
              <a:ext cx="1649095" cy="53594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0" rIns="0" bIns="0" numCol="1" spcCol="215900" anchor="t"/>
            <a:lstStyle/>
            <a:p>
              <a:pPr lvl="1" marL="0" indent="0" algn="l">
                <a:lnSpc>
                  <a:spcPts val="3835"/>
                </a:lnSpc>
                <a:spcBef>
                  <a:spcPts val="0"/>
                </a:spcBef>
                <a:defRPr lang="en-us"/>
              </a:pPr>
              <a:r>
                <a:rPr lang="en-us" sz="3195" cap="none" spc="-21">
                  <a:solidFill>
                    <a:srgbClr val="DCEEFF"/>
                  </a:solidFill>
                  <a:latin typeface="ITC Avant Garde Gothic" pitchFamily="0" charset="0"/>
                  <a:ea typeface="ITC Avant Garde Gothic" pitchFamily="0" charset="0"/>
                  <a:cs typeface="ITC Avant Garde Gothic" pitchFamily="0" charset="0"/>
                </a:rPr>
                <a:t>02</a:t>
              </a:r>
              <a:endParaRPr lang="en-us" sz="3195" cap="none" spc="-21">
                <a:solidFill>
                  <a:srgbClr val="DCEEFF"/>
                </a:solidFill>
                <a:latin typeface="ITC Avant Garde Gothic" pitchFamily="0" charset="0"/>
                <a:ea typeface="ITC Avant Garde Gothic" pitchFamily="0" charset="0"/>
                <a:cs typeface="ITC Avant Garde Gothic" pitchFamily="0" charset="0"/>
              </a:endParaRPr>
            </a:p>
          </p:txBody>
        </p:sp>
      </p:grpSp>
      <p:grpSp>
        <p:nvGrpSpPr>
          <p:cNvPr id="8" name="Group 8"/>
          <p:cNvGrpSpPr>
            <a:extLst>
              <a:ext uri="smNativeData">
                <pr:smNativeData xmlns:pr="smNativeData" xmlns="smNativeData" val="SMDATA_6_9lpfaRMAAAAlAAAAAQAAAA8BAAAAkAAAAEgAAACQAAAASAAAAAAAAAAAAAAAAAAAABcAAAAUAAAAAAAAAAAAAAD/fwAA/38AAAAAAAAJAAAABAAAAAAAAAAfAAAAVAAAAAAAAAAAAAAAAAAAAAAAAAAAAAAAAAAAAAAAAAAAAAAAAAAAAAAAAAAAAAAAAAAAAAAAAAAAAAAAAAAAAAAAAAAAAAAAAAAAAAAAAAAAAAAAAAAAACEAAAAYAAAAFAAAADA5AAAmJQAAAkkAAHYzAAAQAAAAJgAAAAgAAAD/////AAAAAA=="/>
              </a:ext>
            </a:extLst>
          </p:cNvGrpSpPr>
          <p:nvPr/>
        </p:nvGrpSpPr>
        <p:grpSpPr>
          <a:xfrm>
            <a:off x="9296400" y="6038850"/>
            <a:ext cx="2571750" cy="2326640"/>
            <a:chOff x="9296400" y="6038850"/>
            <a:chExt cx="2571750" cy="2326640"/>
          </a:xfrm>
        </p:grpSpPr>
        <p:sp>
          <p:nvSpPr>
            <p:cNvPr id="10" name="TextBox 9"/>
            <p:cNvSpPr>
              <a:extLst>
                <a:ext uri="smNativeData">
                  <pr:smNativeData xmlns:pr="smNativeData" xmlns="smNativeData" val="SMDATA_15_9lpfaR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NrAlv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MDkAAHkqAAACSQAAdjMAAAAgAAAmAAAACAAAAP//////////"/>
                </a:ext>
              </a:extLst>
            </p:cNvSpPr>
            <p:nvPr/>
          </p:nvSpPr>
          <p:spPr>
            <a:xfrm>
              <a:off x="9296400" y="6904355"/>
              <a:ext cx="2571750" cy="146113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0" rIns="0" bIns="0" numCol="1" spcCol="215900" anchor="t"/>
            <a:lstStyle/>
            <a:p>
              <a:pPr marL="0" indent="0" algn="l">
                <a:lnSpc>
                  <a:spcPts val="2940"/>
                </a:lnSpc>
                <a:defRPr lang="en-us"/>
              </a:pPr>
              <a:r>
                <a:rPr lang="en-us" sz="2100" cap="none" spc="-11">
                  <a:solidFill>
                    <a:srgbClr val="DCEEFF"/>
                  </a:solidFill>
                  <a:latin typeface="TT Fors" pitchFamily="0" charset="0"/>
                  <a:ea typeface="TT Fors" pitchFamily="0" charset="0"/>
                  <a:cs typeface="TT Fors" pitchFamily="0" charset="0"/>
                </a:rPr>
                <a:t>Performance degrades under non-IID data due to increased variability.</a:t>
              </a:r>
              <a:endParaRPr lang="en-us" sz="2100" cap="none" spc="-11">
                <a:solidFill>
                  <a:srgbClr val="DCEEFF"/>
                </a:solidFill>
                <a:latin typeface="TT Fors" pitchFamily="0" charset="0"/>
                <a:ea typeface="TT Fors" pitchFamily="0" charset="0"/>
                <a:cs typeface="TT Fors" pitchFamily="0" charset="0"/>
              </a:endParaRPr>
            </a:p>
          </p:txBody>
        </p:sp>
        <p:sp>
          <p:nvSpPr>
            <p:cNvPr id="9" name="TextBox 10"/>
            <p:cNvSpPr>
              <a:extLst>
                <a:ext uri="smNativeData">
                  <pr:smNativeData xmlns:pr="smNativeData" xmlns="smNativeData" val="SMDATA_15_9lpfaR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MHm01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MDkAANckAABVQwAAIygAAAAgAAAmAAAACAAAAP//////////"/>
                </a:ext>
              </a:extLst>
            </p:cNvSpPr>
            <p:nvPr/>
          </p:nvSpPr>
          <p:spPr>
            <a:xfrm>
              <a:off x="9296400" y="5988685"/>
              <a:ext cx="1649095" cy="53594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0" rIns="0" bIns="0" numCol="1" spcCol="215900" anchor="t"/>
            <a:lstStyle/>
            <a:p>
              <a:pPr lvl="1" marL="0" indent="0" algn="l">
                <a:lnSpc>
                  <a:spcPts val="3835"/>
                </a:lnSpc>
                <a:spcBef>
                  <a:spcPts val="0"/>
                </a:spcBef>
                <a:defRPr lang="en-us"/>
              </a:pPr>
              <a:r>
                <a:rPr lang="en-us" sz="3195" cap="none" spc="-21">
                  <a:solidFill>
                    <a:srgbClr val="DCEEFF"/>
                  </a:solidFill>
                  <a:latin typeface="ITC Avant Garde Gothic" pitchFamily="0" charset="0"/>
                  <a:ea typeface="ITC Avant Garde Gothic" pitchFamily="0" charset="0"/>
                  <a:cs typeface="ITC Avant Garde Gothic" pitchFamily="0" charset="0"/>
                </a:rPr>
                <a:t>03</a:t>
              </a:r>
              <a:endParaRPr lang="en-us" sz="3195" cap="none" spc="-21">
                <a:solidFill>
                  <a:srgbClr val="DCEEFF"/>
                </a:solidFill>
                <a:latin typeface="ITC Avant Garde Gothic" pitchFamily="0" charset="0"/>
                <a:ea typeface="ITC Avant Garde Gothic" pitchFamily="0" charset="0"/>
                <a:cs typeface="ITC Avant Garde Gothic" pitchFamily="0" charset="0"/>
              </a:endParaRPr>
            </a:p>
          </p:txBody>
        </p:sp>
      </p:grpSp>
      <p:grpSp>
        <p:nvGrpSpPr>
          <p:cNvPr id="11" name="Group 11"/>
          <p:cNvGrpSpPr>
            <a:extLst>
              <a:ext uri="smNativeData">
                <pr:smNativeData xmlns:pr="smNativeData" xmlns="smNativeData" val="SMDATA_6_9lpfaRMAAAAlAAAAAQAAAA8BAAAAkAAAAEgAAACQAAAASAAAAAAAAAAAAAAAAAAAABcAAAAUAAAAAAAAAAAAAAD/fwAA/38AAAAAAAAJAAAABAAAAHBzYWcfAAAAVAAAAAAAAAAAAAAAAAAAAAAAAAAAAAAAAAAAAAAAAAAAAAAAAAAAAAAAAAAAAAAAAAAAAAAAAAAAAAAAAAAAAAAAAAAAAAAAAAAAAAAAAAAAAAAAAAAAACEAAAAYAAAAFAAAALtTAAAmJQAAjWMAAL81AAAQAAAAJgAAAAgAAAD/////AAAAAA=="/>
              </a:ext>
            </a:extLst>
          </p:cNvGrpSpPr>
          <p:nvPr/>
        </p:nvGrpSpPr>
        <p:grpSpPr>
          <a:xfrm>
            <a:off x="13611225" y="6038850"/>
            <a:ext cx="2571750" cy="2698115"/>
            <a:chOff x="13611225" y="6038850"/>
            <a:chExt cx="2571750" cy="2698115"/>
          </a:xfrm>
        </p:grpSpPr>
        <p:sp>
          <p:nvSpPr>
            <p:cNvPr id="13" name="TextBox 12"/>
            <p:cNvSpPr>
              <a:extLst>
                <a:ext uri="smNativeData">
                  <pr:smNativeData xmlns:pr="smNativeData" xmlns="smNativeData" val="SMDATA_15_9lpfaR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CxBi4Q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u1MAAHkqAACNYwAAvzUAAAAgAAAmAAAACAAAAP//////////"/>
                </a:ext>
              </a:extLst>
            </p:cNvSpPr>
            <p:nvPr/>
          </p:nvSpPr>
          <p:spPr>
            <a:xfrm>
              <a:off x="13611225" y="6904355"/>
              <a:ext cx="2571750" cy="183261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0" rIns="0" bIns="0" numCol="1" spcCol="215900" anchor="t"/>
            <a:lstStyle/>
            <a:p>
              <a:pPr marL="0" indent="0" algn="l">
                <a:lnSpc>
                  <a:spcPts val="2940"/>
                </a:lnSpc>
                <a:defRPr lang="en-us"/>
              </a:pPr>
              <a:r>
                <a:rPr lang="en-us" sz="2100" cap="none" spc="-11">
                  <a:solidFill>
                    <a:srgbClr val="DCEEFF"/>
                  </a:solidFill>
                  <a:latin typeface="TT Fors" pitchFamily="0" charset="0"/>
                  <a:ea typeface="TT Fors" pitchFamily="0" charset="0"/>
                  <a:cs typeface="TT Fors" pitchFamily="0" charset="0"/>
                </a:rPr>
                <a:t>Standardized frameworks for integrating differential privacy are currently absent.</a:t>
              </a:r>
              <a:endParaRPr lang="en-us" sz="2100" cap="none" spc="-11">
                <a:solidFill>
                  <a:srgbClr val="DCEEFF"/>
                </a:solidFill>
                <a:latin typeface="TT Fors" pitchFamily="0" charset="0"/>
                <a:ea typeface="TT Fors" pitchFamily="0" charset="0"/>
                <a:cs typeface="TT Fors" pitchFamily="0" charset="0"/>
              </a:endParaRPr>
            </a:p>
          </p:txBody>
        </p:sp>
        <p:sp>
          <p:nvSpPr>
            <p:cNvPr id="12" name="TextBox 13"/>
            <p:cNvSpPr>
              <a:extLst>
                <a:ext uri="smNativeData">
                  <pr:smNativeData xmlns:pr="smNativeData" xmlns="smNativeData" val="SMDATA_15_9lpfaR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Hlpbmc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u1MAANckAADgXQAAIygAAAAgAAAmAAAACAAAAP//////////"/>
                </a:ext>
              </a:extLst>
            </p:cNvSpPr>
            <p:nvPr/>
          </p:nvSpPr>
          <p:spPr>
            <a:xfrm>
              <a:off x="13611225" y="5988685"/>
              <a:ext cx="1649095" cy="53594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0" rIns="0" bIns="0" numCol="1" spcCol="215900" anchor="t"/>
            <a:lstStyle/>
            <a:p>
              <a:pPr lvl="1" marL="0" indent="0" algn="l">
                <a:lnSpc>
                  <a:spcPts val="3835"/>
                </a:lnSpc>
                <a:spcBef>
                  <a:spcPts val="0"/>
                </a:spcBef>
                <a:defRPr lang="en-us"/>
              </a:pPr>
              <a:r>
                <a:rPr lang="en-us" sz="3195" cap="none" spc="-21">
                  <a:solidFill>
                    <a:srgbClr val="DCEEFF"/>
                  </a:solidFill>
                  <a:latin typeface="ITC Avant Garde Gothic" pitchFamily="0" charset="0"/>
                  <a:ea typeface="ITC Avant Garde Gothic" pitchFamily="0" charset="0"/>
                  <a:cs typeface="ITC Avant Garde Gothic" pitchFamily="0" charset="0"/>
                </a:rPr>
                <a:t>04</a:t>
              </a:r>
              <a:endParaRPr lang="en-us" sz="3195" cap="none" spc="-21">
                <a:solidFill>
                  <a:srgbClr val="DCEEFF"/>
                </a:solidFill>
                <a:latin typeface="ITC Avant Garde Gothic" pitchFamily="0" charset="0"/>
                <a:ea typeface="ITC Avant Garde Gothic" pitchFamily="0" charset="0"/>
                <a:cs typeface="ITC Avant Garde Gothic" pitchFamily="0" charset="0"/>
              </a:endParaRPr>
            </a:p>
          </p:txBody>
        </p:sp>
      </p:grpSp>
      <p:sp>
        <p:nvSpPr>
          <p:cNvPr id="14" name="TextBox 14"/>
          <p:cNvSpPr>
            <a:extLst>
              <a:ext uri="smNativeData">
                <pr:smNativeData xmlns:pr="smNativeData" xmlns="smNativeData" val="SMDATA_15_9lpfaR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GgQAAAsEAAC0WgAAkAsAABAgAAAmAAAACAAAAP//////////"/>
              </a:ext>
            </a:extLst>
          </p:cNvSpPr>
          <p:nvPr/>
        </p:nvSpPr>
        <p:spPr>
          <a:xfrm>
            <a:off x="666750" y="657225"/>
            <a:ext cx="14077950" cy="12223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 marL="0" indent="0" algn="l">
              <a:lnSpc>
                <a:spcPts val="8000"/>
              </a:lnSpc>
              <a:spcBef>
                <a:spcPts val="0"/>
              </a:spcBef>
              <a:defRPr lang="en-us"/>
            </a:pPr>
            <a:r>
              <a:rPr lang="en-us" sz="8000" cap="none" spc="-51">
                <a:solidFill>
                  <a:srgbClr val="BAE1FF"/>
                </a:solidFill>
                <a:latin typeface="ITC Avant Garde Gothic" pitchFamily="0" charset="0"/>
                <a:ea typeface="ITC Avant Garde Gothic" pitchFamily="0" charset="0"/>
                <a:cs typeface="ITC Avant Garde Gothic" pitchFamily="0" charset="0"/>
              </a:rPr>
              <a:t>Limitations of Current Systems</a:t>
            </a:r>
            <a:endParaRPr lang="en-us" sz="8000" cap="none" spc="-51">
              <a:solidFill>
                <a:srgbClr val="BAE1FF"/>
              </a:solidFill>
              <a:latin typeface="ITC Avant Garde Gothic" pitchFamily="0" charset="0"/>
              <a:ea typeface="ITC Avant Garde Gothic" pitchFamily="0" charset="0"/>
              <a:cs typeface="ITC Avant Garde Gothic" pitchFamily="0" charset="0"/>
            </a:endParaRPr>
          </a:p>
        </p:txBody>
      </p:sp>
      <p:grpSp>
        <p:nvGrpSpPr>
          <p:cNvPr id="15" name="Group 15"/>
          <p:cNvGrpSpPr>
            <a:extLst>
              <a:ext uri="smNativeData">
                <pr:smNativeData xmlns:pr="smNativeData" xmlns="smNativeData" val="SMDATA_6_9lpfaRMAAAAlAAAAAQAAAA8BAAAAkAAAAEgAAACQAAAASAAAAAAAAAAAAAAAAAAAABcAAAAUAAAAAAAAAAAAAAD/fwAA/38AAAAAAAAJAAAABAAAACIBAAAfAAAAVAAAAAAAAAAAAAAAAAAAAAAAAAAAAAAAAAAAAAAAAAAAAAAAAAAAAAAAAAAAAAAAAAAAAAAAAAAAAAAAAAAAAAAAAAAAAAAAAAAAAAAAAAAAAAAAAAAAACEAAAAYAAAAFAAAABoEAACkHwAAJAkAAGIiAAAQAAAAJgAAAAgAAAD/////AAAAAA=="/>
              </a:ext>
            </a:extLst>
          </p:cNvGrpSpPr>
          <p:nvPr/>
        </p:nvGrpSpPr>
        <p:grpSpPr>
          <a:xfrm>
            <a:off x="666750" y="5143500"/>
            <a:ext cx="819150" cy="445770"/>
            <a:chOff x="666750" y="5143500"/>
            <a:chExt cx="819150" cy="445770"/>
          </a:xfrm>
        </p:grpSpPr>
        <p:sp>
          <p:nvSpPr>
            <p:cNvPr id="17" name="Freeform 16"/>
            <p:cNvSpPr>
              <a:extLst>
                <a:ext uri="smNativeData">
                  <pr:smNativeData xmlns:pr="smNativeData" xmlns="smNativeData" val="SMDATA_15_9lpfaRMAAAAlAAAACwAAAA0AAAAADwMAAAAAAAC4BgAAqQMAAAAAAAAAAAAAAAAAAAEAAABQAAAAAAAAAAAA4D8AAAAAAADgPwAAAAAAAOA/AAAAAAAA4D8AAAAAAADgPwAAAAAAAOA/AAAAAAAA4D8AAAAAAADgPwAAAAAAAOA/AAAAAAAA4D8CAAAAjAAAAAEAAAACAAAA////AP///wgAAAAAAAAAABIwo2560uuw5JzJf+OeCVIB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J/f38A7uzhA8zMzADAwP8Af39/AAAAAAAAAAAAAAAAAAAAAAAAAAAAIQAAABgAAAAUAAAAZgYAAKQfAAAkCQAAYiIAAAAAAAAmAAAACAAAAP//////////"/>
                </a:ext>
              </a:extLst>
            </p:cNvSpPr>
            <p:nvPr/>
          </p:nvSpPr>
          <p:spPr>
            <a:xfrm>
              <a:off x="1040130" y="5143500"/>
              <a:ext cx="445770" cy="445770"/>
            </a:xfrm>
            <a:custGeom>
              <a:avLst/>
              <a:gdLst/>
              <a:ahLst/>
              <a:cxnLst/>
              <a:rect l="0" t="0" r="445770" b="445770"/>
              <a:pathLst>
                <a:path w="445770" h="445770">
                  <a:moveTo>
                    <a:pt x="0" y="0"/>
                  </a:moveTo>
                  <a:lnTo>
                    <a:pt x="445770" y="0"/>
                  </a:lnTo>
                  <a:lnTo>
                    <a:pt x="445770" y="445770"/>
                  </a:lnTo>
                  <a:lnTo>
                    <a:pt x="0" y="4457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stretch/>
            </a:blipFill>
            <a:ln>
              <a:noFill/>
            </a:ln>
            <a:effectLst/>
          </p:spPr>
        </p:sp>
        <p:sp>
          <p:nvSpPr>
            <p:cNvPr id="16" name="Freeform 17"/>
            <p:cNvSpPr>
              <a:extLst>
                <a:ext uri="smNativeData">
                  <pr:smNativeData xmlns:pr="smNativeData" xmlns="smNativeData" val="SMDATA_15_9lpfaRMAAAAlAAAACwAAAA0AAAAAAAAAAAAAAACpAwAAqQMAAAAAAAAAAAAAAAAAAAEAAABQAAAAAAAAAAAA4D8AAAAAAADgPwAAAAAAAOA/AAAAAAAA4D8AAAAAAADgPwAAAAAAAOA/AAAAAAAA4D8AAAAAAADgPwAAAAAAAOA/AAAAAAAA4D8CAAAAjAAAAAEAAAACAAAA////AP///wgAAAAAAAAAABIwo2560uuw5JzJf+OeCVIB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J/f38A7uzhA8zMzADAwP8Af39/AAAAAAAAAAAAAAAAAAAAAAAAAAAAIQAAABgAAAAUAAAAGgQAAKQfAADYBgAAYiIAAAAAAAAmAAAACAAAAP//////////"/>
                </a:ext>
              </a:extLst>
            </p:cNvSpPr>
            <p:nvPr/>
          </p:nvSpPr>
          <p:spPr>
            <a:xfrm>
              <a:off x="666750" y="5143500"/>
              <a:ext cx="445770" cy="445770"/>
            </a:xfrm>
            <a:custGeom>
              <a:avLst/>
              <a:gdLst/>
              <a:ahLst/>
              <a:cxnLst/>
              <a:rect l="0" t="0" r="445770" b="445770"/>
              <a:pathLst>
                <a:path w="445770" h="445770">
                  <a:moveTo>
                    <a:pt x="0" y="0"/>
                  </a:moveTo>
                  <a:lnTo>
                    <a:pt x="445770" y="0"/>
                  </a:lnTo>
                  <a:lnTo>
                    <a:pt x="445770" y="445770"/>
                  </a:lnTo>
                  <a:lnTo>
                    <a:pt x="0" y="4457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stretch/>
            </a:blipFill>
            <a:ln>
              <a:noFill/>
            </a:ln>
            <a:effectLst/>
          </p:spPr>
        </p:sp>
      </p:grpSp>
      <p:grpSp>
        <p:nvGrpSpPr>
          <p:cNvPr id="18" name="Group 18"/>
          <p:cNvGrpSpPr>
            <a:extLst>
              <a:ext uri="smNativeData">
                <pr:smNativeData xmlns:pr="smNativeData" xmlns="smNativeData" val="SMDATA_6_9lpfaRMAAAAlAAAAAQAAAA8BAAAAkAAAAEgAAACQAAAASAAAAAAAAAAAAAAAAAAAABcAAAAUAAAAAAAAAAAAAAD/fwAA/38AAAAAAAAJAAAABAAAAHVlc3AfAAAAVAAAAAAAAAAAAAAAAAAAAAAAAAAAAAAAAAAAAAAAAAAAAAAAAAAAAAAAAAAAAAAAAAAAAAAAAAAAAAAAAAAAAAAAAAAAAAAAAAAAAAAAAAAAAAAAAAAAACEAAAAYAAAAFAAAAKUeAACkHwAAryMAAGIiAAAQAAAAJgAAAAgAAAD/////AAAAAA=="/>
              </a:ext>
            </a:extLst>
          </p:cNvGrpSpPr>
          <p:nvPr/>
        </p:nvGrpSpPr>
        <p:grpSpPr>
          <a:xfrm>
            <a:off x="4981575" y="5143500"/>
            <a:ext cx="819150" cy="445770"/>
            <a:chOff x="4981575" y="5143500"/>
            <a:chExt cx="819150" cy="445770"/>
          </a:xfrm>
        </p:grpSpPr>
        <p:sp>
          <p:nvSpPr>
            <p:cNvPr id="20" name="Freeform 19"/>
            <p:cNvSpPr>
              <a:extLst>
                <a:ext uri="smNativeData">
                  <pr:smNativeData xmlns:pr="smNativeData" xmlns="smNativeData" val="SMDATA_15_9lpfaRMAAAAlAAAACwAAAA0AAAAADwMAAAAAAAC4BgAAqQMAAAAAAAAAAAAAAAAAAAEAAABQAAAAAAAAAAAA4D8AAAAAAADgPwAAAAAAAOA/AAAAAAAA4D8AAAAAAADgPwAAAAAAAOA/AAAAAAAA4D8AAAAAAADgPwAAAAAAAOA/AAAAAAAA4D8CAAAAjAAAAAEAAAACAAAA////AP///wgAAAAAAAAAABIwo2560uuw5JzJf+OeCVIB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J/f38A7uzhA8zMzADAwP8Af39/AAAAAAAAAAAAAAAAAAAAAAAAAAAAIQAAABgAAAAUAAAA8SAAAKQfAACvIwAAYiIAAAAAAAAmAAAACAAAAP//////////"/>
                </a:ext>
              </a:extLst>
            </p:cNvSpPr>
            <p:nvPr/>
          </p:nvSpPr>
          <p:spPr>
            <a:xfrm>
              <a:off x="5354955" y="5143500"/>
              <a:ext cx="445770" cy="445770"/>
            </a:xfrm>
            <a:custGeom>
              <a:avLst/>
              <a:gdLst/>
              <a:ahLst/>
              <a:cxnLst/>
              <a:rect l="0" t="0" r="445770" b="445770"/>
              <a:pathLst>
                <a:path w="445770" h="445770">
                  <a:moveTo>
                    <a:pt x="0" y="0"/>
                  </a:moveTo>
                  <a:lnTo>
                    <a:pt x="445770" y="0"/>
                  </a:lnTo>
                  <a:lnTo>
                    <a:pt x="445770" y="445770"/>
                  </a:lnTo>
                  <a:lnTo>
                    <a:pt x="0" y="4457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stretch/>
            </a:blipFill>
            <a:ln>
              <a:noFill/>
            </a:ln>
            <a:effectLst/>
          </p:spPr>
        </p:sp>
        <p:sp>
          <p:nvSpPr>
            <p:cNvPr id="19" name="Freeform 20"/>
            <p:cNvSpPr>
              <a:extLst>
                <a:ext uri="smNativeData">
                  <pr:smNativeData xmlns:pr="smNativeData" xmlns="smNativeData" val="SMDATA_15_9lpfaRMAAAAlAAAACwAAAA0AAAAAAAAAAAAAAACpAwAAqQMAAAAAAAAAAAAAAAAAAAEAAABQAAAAAAAAAAAA4D8AAAAAAADgPwAAAAAAAOA/AAAAAAAA4D8AAAAAAADgPwAAAAAAAOA/AAAAAAAA4D8AAAAAAADgPwAAAAAAAOA/AAAAAAAA4D8CAAAAjAAAAAEAAAACAAAA////AP///wgAAAAAAAAAABIwo2560uuw5JzJf+OeCVIB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J/f38A7uzhA8zMzADAwP8Af39/AAAAAAAAAAAAAAAAAAAAAAAAAAAAIQAAABgAAAAUAAAApR4AAKQfAABjIQAAYiIAAAAAAAAmAAAACAAAAP//////////"/>
                </a:ext>
              </a:extLst>
            </p:cNvSpPr>
            <p:nvPr/>
          </p:nvSpPr>
          <p:spPr>
            <a:xfrm>
              <a:off x="4981575" y="5143500"/>
              <a:ext cx="445770" cy="445770"/>
            </a:xfrm>
            <a:custGeom>
              <a:avLst/>
              <a:gdLst/>
              <a:ahLst/>
              <a:cxnLst/>
              <a:rect l="0" t="0" r="445770" b="445770"/>
              <a:pathLst>
                <a:path w="445770" h="445770">
                  <a:moveTo>
                    <a:pt x="0" y="0"/>
                  </a:moveTo>
                  <a:lnTo>
                    <a:pt x="445770" y="0"/>
                  </a:lnTo>
                  <a:lnTo>
                    <a:pt x="445770" y="445770"/>
                  </a:lnTo>
                  <a:lnTo>
                    <a:pt x="0" y="4457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stretch/>
            </a:blipFill>
            <a:ln>
              <a:noFill/>
            </a:ln>
            <a:effectLst/>
          </p:spPr>
        </p:sp>
      </p:grpSp>
      <p:grpSp>
        <p:nvGrpSpPr>
          <p:cNvPr id="21" name="Group 21"/>
          <p:cNvGrpSpPr>
            <a:extLst>
              <a:ext uri="smNativeData">
                <pr:smNativeData xmlns:pr="smNativeData" xmlns="smNativeData" val="SMDATA_6_9lpfaRMAAAAlAAAAAQAAAA8BAAAAkAAAAEgAAACQAAAASAAAAAAAAAAAAAAAAAAAABcAAAAUAAAAAAAAAAAAAAD/fwAA/38AAAAAAAAJAAAABAAAAAAAAAAfAAAAVAAAAAAAAAAAAAAAAAAAAAAAAAAAAAAAAAAAAAAAAAAAAAAAAAAAAAAAAAAAAAAAAAAAAAAAAAAAAAAAAAAAAAAAAAAAAAAAAAAAAAAAAAAAAAAAAAAAACEAAAAYAAAAFAAAADA5AACkHwAAOj4AAGIiAAAQAAAAJgAAAAgAAAD/////AAAAAA=="/>
              </a:ext>
            </a:extLst>
          </p:cNvGrpSpPr>
          <p:nvPr/>
        </p:nvGrpSpPr>
        <p:grpSpPr>
          <a:xfrm>
            <a:off x="9296400" y="5143500"/>
            <a:ext cx="819150" cy="445770"/>
            <a:chOff x="9296400" y="5143500"/>
            <a:chExt cx="819150" cy="445770"/>
          </a:xfrm>
        </p:grpSpPr>
        <p:sp>
          <p:nvSpPr>
            <p:cNvPr id="23" name="Freeform 22"/>
            <p:cNvSpPr>
              <a:extLst>
                <a:ext uri="smNativeData">
                  <pr:smNativeData xmlns:pr="smNativeData" xmlns="smNativeData" val="SMDATA_15_9lpfaRMAAAAlAAAACwAAAA0AAAAADwMAAAAAAAC4BgAAqQMAAAAAAAAAAAAAAAAAAAEAAABQAAAAAAAAAAAA4D8AAAAAAADgPwAAAAAAAOA/AAAAAAAA4D8AAAAAAADgPwAAAAAAAOA/AAAAAAAA4D8AAAAAAADgPwAAAAAAAOA/AAAAAAAA4D8CAAAAjAAAAAEAAAACAAAA////AP///wgAAAAAAAAAABIwo2560uuw5JzJf+OeCVIB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J/f38A7uzhA8zMzADAwP8Af39/AAAAAAAAAAAAAAAAAAAAAAAAAAAAIQAAABgAAAAUAAAAfDsAAKQfAAA6PgAAYiIAAAAAAAAmAAAACAAAAP//////////"/>
                </a:ext>
              </a:extLst>
            </p:cNvSpPr>
            <p:nvPr/>
          </p:nvSpPr>
          <p:spPr>
            <a:xfrm>
              <a:off x="9669780" y="5143500"/>
              <a:ext cx="445770" cy="445770"/>
            </a:xfrm>
            <a:custGeom>
              <a:avLst/>
              <a:gdLst/>
              <a:ahLst/>
              <a:cxnLst/>
              <a:rect l="0" t="0" r="445770" b="445770"/>
              <a:pathLst>
                <a:path w="445770" h="445770">
                  <a:moveTo>
                    <a:pt x="0" y="0"/>
                  </a:moveTo>
                  <a:lnTo>
                    <a:pt x="445770" y="0"/>
                  </a:lnTo>
                  <a:lnTo>
                    <a:pt x="445770" y="445770"/>
                  </a:lnTo>
                  <a:lnTo>
                    <a:pt x="0" y="4457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stretch/>
            </a:blipFill>
            <a:ln>
              <a:noFill/>
            </a:ln>
            <a:effectLst/>
          </p:spPr>
        </p:sp>
        <p:sp>
          <p:nvSpPr>
            <p:cNvPr id="22" name="Freeform 23"/>
            <p:cNvSpPr>
              <a:extLst>
                <a:ext uri="smNativeData">
                  <pr:smNativeData xmlns:pr="smNativeData" xmlns="smNativeData" val="SMDATA_15_9lpfaRMAAAAlAAAACwAAAA0AAAAAAAAAAAAAAACpAwAAqQMAAAAAAAAAAAAAAAAAAAEAAABQAAAAAAAAAAAA4D8AAAAAAADgPwAAAAAAAOA/AAAAAAAA4D8AAAAAAADgPwAAAAAAAOA/AAAAAAAA4D8AAAAAAADgPwAAAAAAAOA/AAAAAAAA4D8CAAAAjAAAAAEAAAACAAAA////AP///wgAAAAAAAAAABIwo2560uuw5JzJf+OeCVIB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J/f38A7uzhA8zMzADAwP8Af39/AAAAAAAAAAAAAAAAAAAAAAAAAAAAIQAAABgAAAAUAAAAMDkAAKQfAADuOwAAYiIAAAAAAAAmAAAACAAAAP//////////"/>
                </a:ext>
              </a:extLst>
            </p:cNvSpPr>
            <p:nvPr/>
          </p:nvSpPr>
          <p:spPr>
            <a:xfrm>
              <a:off x="9296400" y="5143500"/>
              <a:ext cx="445770" cy="445770"/>
            </a:xfrm>
            <a:custGeom>
              <a:avLst/>
              <a:gdLst/>
              <a:ahLst/>
              <a:cxnLst/>
              <a:rect l="0" t="0" r="445770" b="445770"/>
              <a:pathLst>
                <a:path w="445770" h="445770">
                  <a:moveTo>
                    <a:pt x="0" y="0"/>
                  </a:moveTo>
                  <a:lnTo>
                    <a:pt x="445770" y="0"/>
                  </a:lnTo>
                  <a:lnTo>
                    <a:pt x="445770" y="445770"/>
                  </a:lnTo>
                  <a:lnTo>
                    <a:pt x="0" y="4457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stretch/>
            </a:blipFill>
            <a:ln>
              <a:noFill/>
            </a:ln>
            <a:effectLst/>
          </p:spPr>
        </p:sp>
      </p:grpSp>
      <p:grpSp>
        <p:nvGrpSpPr>
          <p:cNvPr id="24" name="Group 24"/>
          <p:cNvGrpSpPr>
            <a:extLst>
              <a:ext uri="smNativeData">
                <pr:smNativeData xmlns:pr="smNativeData" xmlns="smNativeData" val="SMDATA_6_9lpfaRMAAAAlAAAAAQAAAA8BAAAAkAAAAEgAAACQAAAASAAAAAAAAAAAAAAAAAAAABcAAAAUAAAAAAAAAAAAAAD/fwAA/38AAAAAAAAJAAAABAAAAIWFhb4fAAAAVAAAAAAAAAAAAAAAAAAAAAAAAAAAAAAAAAAAAAAAAAAAAAAAAAAAAAAAAAAAAAAAAAAAAAAAAAAAAAAAAAAAAAAAAAAAAAAAAAAAAAAAAAAAAAAAAAAAACEAAAAYAAAAFAAAALtTAACkHwAAxVgAAGIiAAAQAAAAJgAAAAgAAAD/////AAAAAA=="/>
              </a:ext>
            </a:extLst>
          </p:cNvGrpSpPr>
          <p:nvPr/>
        </p:nvGrpSpPr>
        <p:grpSpPr>
          <a:xfrm>
            <a:off x="13611225" y="5143500"/>
            <a:ext cx="819150" cy="445770"/>
            <a:chOff x="13611225" y="5143500"/>
            <a:chExt cx="819150" cy="445770"/>
          </a:xfrm>
        </p:grpSpPr>
        <p:sp>
          <p:nvSpPr>
            <p:cNvPr id="26" name="Freeform 25"/>
            <p:cNvSpPr>
              <a:extLst>
                <a:ext uri="smNativeData">
                  <pr:smNativeData xmlns:pr="smNativeData" xmlns="smNativeData" val="SMDATA_15_9lpfaRMAAAAlAAAACwAAAA0AAAAADwMAAAAAAAC4BgAAqQMAAAAAAAAAAAAAAAAAAAEAAABQAAAAAAAAAAAA4D8AAAAAAADgPwAAAAAAAOA/AAAAAAAA4D8AAAAAAADgPwAAAAAAAOA/AAAAAAAA4D8AAAAAAADgPwAAAAAAAOA/AAAAAAAA4D8CAAAAjAAAAAEAAAACAAAA////AP///wgAAAAAAAAAABIwo2560uuw5JzJf+OeCVIB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J/f38A7uzhA8zMzADAwP8Af39/AAAAAAAAAAAAAAAAAAAAAAAAAAAAIQAAABgAAAAUAAAAB1YAAKQfAADFWAAAYiIAAAAAAAAmAAAACAAAAP//////////"/>
                </a:ext>
              </a:extLst>
            </p:cNvSpPr>
            <p:nvPr/>
          </p:nvSpPr>
          <p:spPr>
            <a:xfrm>
              <a:off x="13984605" y="5143500"/>
              <a:ext cx="445770" cy="445770"/>
            </a:xfrm>
            <a:custGeom>
              <a:avLst/>
              <a:gdLst/>
              <a:ahLst/>
              <a:cxnLst/>
              <a:rect l="0" t="0" r="445770" b="445770"/>
              <a:pathLst>
                <a:path w="445770" h="445770">
                  <a:moveTo>
                    <a:pt x="0" y="0"/>
                  </a:moveTo>
                  <a:lnTo>
                    <a:pt x="445770" y="0"/>
                  </a:lnTo>
                  <a:lnTo>
                    <a:pt x="445770" y="445770"/>
                  </a:lnTo>
                  <a:lnTo>
                    <a:pt x="0" y="4457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stretch/>
            </a:blipFill>
            <a:ln>
              <a:noFill/>
            </a:ln>
            <a:effectLst/>
          </p:spPr>
        </p:sp>
        <p:sp>
          <p:nvSpPr>
            <p:cNvPr id="25" name="Freeform 26"/>
            <p:cNvSpPr>
              <a:extLst>
                <a:ext uri="smNativeData">
                  <pr:smNativeData xmlns:pr="smNativeData" xmlns="smNativeData" val="SMDATA_15_9lpfaRMAAAAlAAAACwAAAA0AAAAAAAAAAAAAAACpAwAAqQMAAAAAAAAAAAAAAAAAAAEAAABQAAAAAAAAAAAA4D8AAAAAAADgPwAAAAAAAOA/AAAAAAAA4D8AAAAAAADgPwAAAAAAAOA/AAAAAAAA4D8AAAAAAADgPwAAAAAAAOA/AAAAAAAA4D8CAAAAjAAAAAEAAAACAAAA////AP///wgAAAAAAAAAABIwo2560uuw5JzJf+OeCVIB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J/f38A7uzhA8zMzADAwP8Af39/AAAAAAAAAAAAAAAAAAAAAAAAAAAAIQAAABgAAAAUAAAAu1MAAKQfAAB5VgAAYiIAAAAAAAAmAAAACAAAAP//////////"/>
                </a:ext>
              </a:extLst>
            </p:cNvSpPr>
            <p:nvPr/>
          </p:nvSpPr>
          <p:spPr>
            <a:xfrm>
              <a:off x="13611225" y="5143500"/>
              <a:ext cx="445770" cy="445770"/>
            </a:xfrm>
            <a:custGeom>
              <a:avLst/>
              <a:gdLst/>
              <a:ahLst/>
              <a:cxnLst/>
              <a:rect l="0" t="0" r="445770" b="445770"/>
              <a:pathLst>
                <a:path w="445770" h="445770">
                  <a:moveTo>
                    <a:pt x="0" y="0"/>
                  </a:moveTo>
                  <a:lnTo>
                    <a:pt x="445770" y="0"/>
                  </a:lnTo>
                  <a:lnTo>
                    <a:pt x="445770" y="445770"/>
                  </a:lnTo>
                  <a:lnTo>
                    <a:pt x="0" y="4457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stretch/>
            </a:blipFill>
            <a:ln>
              <a:noFill/>
            </a:ln>
            <a:effectLst/>
          </p:spPr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bg>
      <p:bgPr>
        <a:solidFill>
          <a:srgbClr val="0A1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extLst>
              <a:ext uri="smNativeData">
                <pr:smNativeData xmlns:pr="smNativeData" xmlns="smNativeData" val="SMDATA_6_9lpfaRMAAAAlAAAAAQAAAA8BAAAAkAAAAEgAAACQAAAASAAAAAAAAAAAAAAAAAAAABcAAAAUAAAAAAAAAAAAAAD/fwAA/38AAAAAAAAJAAAABAAAAAEAAAEfAAAAVAAAAAAAAAAAAAAAAAAAAAAAAAAAAAAAAAAAAAAAAAAAAAAAAAAAAAAAAAAAAAAAAAAAAAAAAAAAAAAAAAAAAAAAAAAAAAAAAAAAAAAAAAAAAAAAAAAAACEAAAAYAAAAFAAAABoEAAAmJQAA7BMAAL81AAAQAAAAJgAAAAgAAAD/////AAAAAA=="/>
              </a:ext>
            </a:extLst>
          </p:cNvGrpSpPr>
          <p:nvPr/>
        </p:nvGrpSpPr>
        <p:grpSpPr>
          <a:xfrm>
            <a:off x="666750" y="6038850"/>
            <a:ext cx="2571750" cy="2698115"/>
            <a:chOff x="666750" y="6038850"/>
            <a:chExt cx="2571750" cy="2698115"/>
          </a:xfrm>
        </p:grpSpPr>
        <p:sp>
          <p:nvSpPr>
            <p:cNvPr id="4" name="TextBox 3"/>
            <p:cNvSpPr>
              <a:extLst>
                <a:ext uri="smNativeData">
                  <pr:smNativeData xmlns:pr="smNativeData" xmlns="smNativeData" val="SMDATA_15_9lpfaR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GgQAAHkqAADsEwAAvzUAAAAgAAAmAAAACAAAAP//////////"/>
                </a:ext>
              </a:extLst>
            </p:cNvSpPr>
            <p:nvPr/>
          </p:nvSpPr>
          <p:spPr>
            <a:xfrm>
              <a:off x="666750" y="6904355"/>
              <a:ext cx="2571750" cy="183261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0" rIns="0" bIns="0" numCol="1" spcCol="215900" anchor="t"/>
            <a:lstStyle/>
            <a:p>
              <a:pPr marL="0" indent="0" algn="l">
                <a:lnSpc>
                  <a:spcPts val="2940"/>
                </a:lnSpc>
                <a:defRPr lang="en-us"/>
              </a:pPr>
              <a:r>
                <a:rPr lang="en-us" sz="2100" cap="none" spc="-11">
                  <a:solidFill>
                    <a:srgbClr val="DCEEFF"/>
                  </a:solidFill>
                  <a:latin typeface="TT Fors" pitchFamily="0" charset="0"/>
                  <a:ea typeface="TT Fors" pitchFamily="0" charset="0"/>
                  <a:cs typeface="TT Fors" pitchFamily="0" charset="0"/>
                </a:rPr>
                <a:t>Non-IID data increases susceptibility to privacy attacks and breaches.</a:t>
              </a:r>
              <a:endParaRPr lang="en-us" sz="2100" cap="none" spc="-11">
                <a:solidFill>
                  <a:srgbClr val="DCEEFF"/>
                </a:solidFill>
                <a:latin typeface="TT Fors" pitchFamily="0" charset="0"/>
                <a:ea typeface="TT Fors" pitchFamily="0" charset="0"/>
                <a:cs typeface="TT Fors" pitchFamily="0" charset="0"/>
              </a:endParaRPr>
            </a:p>
          </p:txBody>
        </p:sp>
        <p:sp>
          <p:nvSpPr>
            <p:cNvPr id="3" name="TextBox 4"/>
            <p:cNvSpPr>
              <a:extLst>
                <a:ext uri="smNativeData">
                  <pr:smNativeData xmlns:pr="smNativeData" xmlns="smNativeData" val="SMDATA_15_9lpfaR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GgQAANckAAA/DgAAIygAAAAgAAAmAAAACAAAAP//////////"/>
                </a:ext>
              </a:extLst>
            </p:cNvSpPr>
            <p:nvPr/>
          </p:nvSpPr>
          <p:spPr>
            <a:xfrm>
              <a:off x="666750" y="5988685"/>
              <a:ext cx="1649095" cy="53594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0" rIns="0" bIns="0" numCol="1" spcCol="215900" anchor="t"/>
            <a:lstStyle/>
            <a:p>
              <a:pPr lvl="1" marL="0" indent="0" algn="l">
                <a:lnSpc>
                  <a:spcPts val="3835"/>
                </a:lnSpc>
                <a:spcBef>
                  <a:spcPts val="0"/>
                </a:spcBef>
                <a:defRPr lang="en-us"/>
              </a:pPr>
              <a:r>
                <a:rPr lang="en-us" sz="3195" cap="none" spc="-21">
                  <a:solidFill>
                    <a:srgbClr val="DCEEFF"/>
                  </a:solidFill>
                  <a:latin typeface="ITC Avant Garde Gothic" pitchFamily="0" charset="0"/>
                  <a:ea typeface="ITC Avant Garde Gothic" pitchFamily="0" charset="0"/>
                  <a:cs typeface="ITC Avant Garde Gothic" pitchFamily="0" charset="0"/>
                </a:rPr>
                <a:t>01</a:t>
              </a:r>
              <a:endParaRPr lang="en-us" sz="3195" cap="none" spc="-21">
                <a:solidFill>
                  <a:srgbClr val="DCEEFF"/>
                </a:solidFill>
                <a:latin typeface="ITC Avant Garde Gothic" pitchFamily="0" charset="0"/>
                <a:ea typeface="ITC Avant Garde Gothic" pitchFamily="0" charset="0"/>
                <a:cs typeface="ITC Avant Garde Gothic" pitchFamily="0" charset="0"/>
              </a:endParaRPr>
            </a:p>
          </p:txBody>
        </p:sp>
      </p:grpSp>
      <p:grpSp>
        <p:nvGrpSpPr>
          <p:cNvPr id="5" name="Group 5"/>
          <p:cNvGrpSpPr>
            <a:extLst>
              <a:ext uri="smNativeData">
                <pr:smNativeData xmlns:pr="smNativeData" xmlns="smNativeData" val="SMDATA_6_9lpfaRMAAAAlAAAAAQAAAA8BAAAAkAAAAEgAAACQAAAASAAAAAAAAAAAAAAAAAAAABcAAAAUAAAAAAAAAAAAAAD/fwAA/38AAAAAAAAJAAAABAAAAAAAAAAfAAAAVAAAAAAAAAAAAAAAAAAAAAAAAAAAAAAAAAAAAAAAAAAAAAAAAAAAAAAAAAAAAAAAAAAAAAAAAAAAAAAAAAAAAAAAAAAAAAAAAAAAAAAAAAAAAAAAAAAAACEAAAAYAAAAFAAAAKUeAAAmJQAAdy4AAHYzAAAQAAAAJgAAAAgAAAD/////AAAAAA=="/>
              </a:ext>
            </a:extLst>
          </p:cNvGrpSpPr>
          <p:nvPr/>
        </p:nvGrpSpPr>
        <p:grpSpPr>
          <a:xfrm>
            <a:off x="4981575" y="6038850"/>
            <a:ext cx="2571750" cy="2326640"/>
            <a:chOff x="4981575" y="6038850"/>
            <a:chExt cx="2571750" cy="2326640"/>
          </a:xfrm>
        </p:grpSpPr>
        <p:sp>
          <p:nvSpPr>
            <p:cNvPr id="7" name="TextBox 6"/>
            <p:cNvSpPr>
              <a:extLst>
                <a:ext uri="smNativeData">
                  <pr:smNativeData xmlns:pr="smNativeData" xmlns="smNativeData" val="SMDATA_15_9lpfaR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pR4AAHkqAAB3LgAAdjMAAAAgAAAmAAAACAAAAP//////////"/>
                </a:ext>
              </a:extLst>
            </p:cNvSpPr>
            <p:nvPr/>
          </p:nvSpPr>
          <p:spPr>
            <a:xfrm>
              <a:off x="4981575" y="6904355"/>
              <a:ext cx="2571750" cy="146113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0" rIns="0" bIns="0" numCol="1" spcCol="215900" anchor="t"/>
            <a:lstStyle/>
            <a:p>
              <a:pPr marL="0" indent="0" algn="l">
                <a:lnSpc>
                  <a:spcPts val="2940"/>
                </a:lnSpc>
                <a:defRPr lang="en-us"/>
              </a:pPr>
              <a:r>
                <a:rPr lang="en-us" sz="2100" cap="none" spc="-11">
                  <a:solidFill>
                    <a:srgbClr val="DCEEFF"/>
                  </a:solidFill>
                  <a:latin typeface="TT Fors" pitchFamily="0" charset="0"/>
                  <a:ea typeface="TT Fors" pitchFamily="0" charset="0"/>
                  <a:cs typeface="TT Fors" pitchFamily="0" charset="0"/>
                </a:rPr>
                <a:t>Models trained on non-IID data often suffer from reduced accuracy.</a:t>
              </a:r>
              <a:endParaRPr lang="en-us" sz="2100" cap="none" spc="-11">
                <a:solidFill>
                  <a:srgbClr val="DCEEFF"/>
                </a:solidFill>
                <a:latin typeface="TT Fors" pitchFamily="0" charset="0"/>
                <a:ea typeface="TT Fors" pitchFamily="0" charset="0"/>
                <a:cs typeface="TT Fors" pitchFamily="0" charset="0"/>
              </a:endParaRPr>
            </a:p>
          </p:txBody>
        </p:sp>
        <p:sp>
          <p:nvSpPr>
            <p:cNvPr id="6" name="TextBox 7"/>
            <p:cNvSpPr>
              <a:extLst>
                <a:ext uri="smNativeData">
                  <pr:smNativeData xmlns:pr="smNativeData" xmlns="smNativeData" val="SMDATA_15_9lpfaR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pR4AANckAADKKAAAIygAAAAgAAAmAAAACAAAAP//////////"/>
                </a:ext>
              </a:extLst>
            </p:cNvSpPr>
            <p:nvPr/>
          </p:nvSpPr>
          <p:spPr>
            <a:xfrm>
              <a:off x="4981575" y="5988685"/>
              <a:ext cx="1649095" cy="53594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0" rIns="0" bIns="0" numCol="1" spcCol="215900" anchor="t"/>
            <a:lstStyle/>
            <a:p>
              <a:pPr lvl="1" marL="0" indent="0" algn="l">
                <a:lnSpc>
                  <a:spcPts val="3835"/>
                </a:lnSpc>
                <a:spcBef>
                  <a:spcPts val="0"/>
                </a:spcBef>
                <a:defRPr lang="en-us"/>
              </a:pPr>
              <a:r>
                <a:rPr lang="en-us" sz="3195" cap="none" spc="-21">
                  <a:solidFill>
                    <a:srgbClr val="DCEEFF"/>
                  </a:solidFill>
                  <a:latin typeface="ITC Avant Garde Gothic" pitchFamily="0" charset="0"/>
                  <a:ea typeface="ITC Avant Garde Gothic" pitchFamily="0" charset="0"/>
                  <a:cs typeface="ITC Avant Garde Gothic" pitchFamily="0" charset="0"/>
                </a:rPr>
                <a:t>02</a:t>
              </a:r>
              <a:endParaRPr lang="en-us" sz="3195" cap="none" spc="-21">
                <a:solidFill>
                  <a:srgbClr val="DCEEFF"/>
                </a:solidFill>
                <a:latin typeface="ITC Avant Garde Gothic" pitchFamily="0" charset="0"/>
                <a:ea typeface="ITC Avant Garde Gothic" pitchFamily="0" charset="0"/>
                <a:cs typeface="ITC Avant Garde Gothic" pitchFamily="0" charset="0"/>
              </a:endParaRPr>
            </a:p>
          </p:txBody>
        </p:sp>
      </p:grpSp>
      <p:grpSp>
        <p:nvGrpSpPr>
          <p:cNvPr id="8" name="Group 8"/>
          <p:cNvGrpSpPr>
            <a:extLst>
              <a:ext uri="smNativeData">
                <pr:smNativeData xmlns:pr="smNativeData" xmlns="smNativeData" val="SMDATA_6_9lpfaRMAAAAlAAAAAQAAAA8BAAAAkAAAAEgAAACQAAAASAAAAAAAAAAAAAAAAAAAABcAAAAUAAAAAAAAAAAAAAD/fwAA/38AAAAAAAAJAAAABAAAAAAAAAAfAAAAVAAAAAAAAAAAAAAAAAAAAAAAAAAAAAAAAAAAAAAAAAAAAAAAAAAAAAAAAAAAAAAAAAAAAAAAAAAAAAAAAAAAAAAAAAAAAAAAAAAAAAAAAAAAAAAAAAAAACEAAAAYAAAAFAAAADA5AAAmJQAAAkkAAL81AAAQAAAAJgAAAAgAAAD/////AAAAAA=="/>
              </a:ext>
            </a:extLst>
          </p:cNvGrpSpPr>
          <p:nvPr/>
        </p:nvGrpSpPr>
        <p:grpSpPr>
          <a:xfrm>
            <a:off x="9296400" y="6038850"/>
            <a:ext cx="2571750" cy="2698115"/>
            <a:chOff x="9296400" y="6038850"/>
            <a:chExt cx="2571750" cy="2698115"/>
          </a:xfrm>
        </p:grpSpPr>
        <p:sp>
          <p:nvSpPr>
            <p:cNvPr id="10" name="TextBox 9"/>
            <p:cNvSpPr>
              <a:extLst>
                <a:ext uri="smNativeData">
                  <pr:smNativeData xmlns:pr="smNativeData" xmlns="smNativeData" val="SMDATA_15_9lpfaR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MDkAAHkqAAACSQAAvzUAAAAgAAAmAAAACAAAAP//////////"/>
                </a:ext>
              </a:extLst>
            </p:cNvSpPr>
            <p:nvPr/>
          </p:nvSpPr>
          <p:spPr>
            <a:xfrm>
              <a:off x="9296400" y="6904355"/>
              <a:ext cx="2571750" cy="183261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0" rIns="0" bIns="0" numCol="1" spcCol="215900" anchor="t"/>
            <a:lstStyle/>
            <a:p>
              <a:pPr marL="0" indent="0" algn="l">
                <a:lnSpc>
                  <a:spcPts val="2940"/>
                </a:lnSpc>
                <a:defRPr lang="en-us"/>
              </a:pPr>
              <a:r>
                <a:rPr lang="en-us" sz="2100" cap="none" spc="-11">
                  <a:solidFill>
                    <a:srgbClr val="DCEEFF"/>
                  </a:solidFill>
                  <a:latin typeface="TT Fors" pitchFamily="0" charset="0"/>
                  <a:ea typeface="TT Fors" pitchFamily="0" charset="0"/>
                  <a:cs typeface="TT Fors" pitchFamily="0" charset="0"/>
                </a:rPr>
                <a:t>Privacy-preserving techniques can lead to performance trade-offs in accuracy.</a:t>
              </a:r>
              <a:endParaRPr lang="en-us" sz="2100" cap="none" spc="-11">
                <a:solidFill>
                  <a:srgbClr val="DCEEFF"/>
                </a:solidFill>
                <a:latin typeface="TT Fors" pitchFamily="0" charset="0"/>
                <a:ea typeface="TT Fors" pitchFamily="0" charset="0"/>
                <a:cs typeface="TT Fors" pitchFamily="0" charset="0"/>
              </a:endParaRPr>
            </a:p>
          </p:txBody>
        </p:sp>
        <p:sp>
          <p:nvSpPr>
            <p:cNvPr id="9" name="TextBox 10"/>
            <p:cNvSpPr>
              <a:extLst>
                <a:ext uri="smNativeData">
                  <pr:smNativeData xmlns:pr="smNativeData" xmlns="smNativeData" val="SMDATA_15_9lpfaR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MDkAANckAABVQwAAIygAAAAgAAAmAAAACAAAAP//////////"/>
                </a:ext>
              </a:extLst>
            </p:cNvSpPr>
            <p:nvPr/>
          </p:nvSpPr>
          <p:spPr>
            <a:xfrm>
              <a:off x="9296400" y="5988685"/>
              <a:ext cx="1649095" cy="53594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0" rIns="0" bIns="0" numCol="1" spcCol="215900" anchor="t"/>
            <a:lstStyle/>
            <a:p>
              <a:pPr lvl="1" marL="0" indent="0" algn="l">
                <a:lnSpc>
                  <a:spcPts val="3835"/>
                </a:lnSpc>
                <a:spcBef>
                  <a:spcPts val="0"/>
                </a:spcBef>
                <a:defRPr lang="en-us"/>
              </a:pPr>
              <a:r>
                <a:rPr lang="en-us" sz="3195" cap="none" spc="-21">
                  <a:solidFill>
                    <a:srgbClr val="DCEEFF"/>
                  </a:solidFill>
                  <a:latin typeface="ITC Avant Garde Gothic" pitchFamily="0" charset="0"/>
                  <a:ea typeface="ITC Avant Garde Gothic" pitchFamily="0" charset="0"/>
                  <a:cs typeface="ITC Avant Garde Gothic" pitchFamily="0" charset="0"/>
                </a:rPr>
                <a:t>03</a:t>
              </a:r>
              <a:endParaRPr lang="en-us" sz="3195" cap="none" spc="-21">
                <a:solidFill>
                  <a:srgbClr val="DCEEFF"/>
                </a:solidFill>
                <a:latin typeface="ITC Avant Garde Gothic" pitchFamily="0" charset="0"/>
                <a:ea typeface="ITC Avant Garde Gothic" pitchFamily="0" charset="0"/>
                <a:cs typeface="ITC Avant Garde Gothic" pitchFamily="0" charset="0"/>
              </a:endParaRPr>
            </a:p>
          </p:txBody>
        </p:sp>
      </p:grpSp>
      <p:grpSp>
        <p:nvGrpSpPr>
          <p:cNvPr id="11" name="Group 11"/>
          <p:cNvGrpSpPr>
            <a:extLst>
              <a:ext uri="smNativeData">
                <pr:smNativeData xmlns:pr="smNativeData" xmlns="smNativeData" val="SMDATA_6_9lpfaRMAAAAlAAAAAQAAAA8BAAAAkAAAAEgAAACQAAAASAAAAAAAAAAAAAAAAAAAABcAAAAUAAAAAAAAAAAAAAD/fwAA/38AAAAAAAAJAAAABAAAAAAAAAAfAAAAVAAAAAAAAAAAAAAAAAAAAAAAAAAAAAAAAAAAAAAAAAAAAAAAAAAAAAAAAAAAAAAAAAAAAAAAAAAAAAAAAAAAAAAAAAAAAAAAAAAAAAAAAAAAAAAAAAAAACEAAAAYAAAAFAAAALtTAAAmJQAAjWMAAL81AAAQAAAAJgAAAAgAAAD/////AAAAAA=="/>
              </a:ext>
            </a:extLst>
          </p:cNvGrpSpPr>
          <p:nvPr/>
        </p:nvGrpSpPr>
        <p:grpSpPr>
          <a:xfrm>
            <a:off x="13611225" y="6038850"/>
            <a:ext cx="2571750" cy="2698115"/>
            <a:chOff x="13611225" y="6038850"/>
            <a:chExt cx="2571750" cy="2698115"/>
          </a:xfrm>
        </p:grpSpPr>
        <p:sp>
          <p:nvSpPr>
            <p:cNvPr id="13" name="TextBox 12"/>
            <p:cNvSpPr>
              <a:extLst>
                <a:ext uri="smNativeData">
                  <pr:smNativeData xmlns:pr="smNativeData" xmlns="smNativeData" val="SMDATA_15_9lpfaR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u1MAAHkqAACNYwAAvzUAAAAgAAAmAAAACAAAAP//////////"/>
                </a:ext>
              </a:extLst>
            </p:cNvSpPr>
            <p:nvPr/>
          </p:nvSpPr>
          <p:spPr>
            <a:xfrm>
              <a:off x="13611225" y="6904355"/>
              <a:ext cx="2571750" cy="183261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0" rIns="0" bIns="0" numCol="1" spcCol="215900" anchor="t"/>
            <a:lstStyle/>
            <a:p>
              <a:pPr marL="0" indent="0" algn="l">
                <a:lnSpc>
                  <a:spcPts val="2940"/>
                </a:lnSpc>
                <a:defRPr lang="en-us"/>
              </a:pPr>
              <a:r>
                <a:rPr lang="en-us" sz="2100" cap="none" spc="-11">
                  <a:solidFill>
                    <a:srgbClr val="DCEEFF"/>
                  </a:solidFill>
                  <a:latin typeface="TT Fors" pitchFamily="0" charset="0"/>
                  <a:ea typeface="TT Fors" pitchFamily="0" charset="0"/>
                  <a:cs typeface="TT Fors" pitchFamily="0" charset="0"/>
                </a:rPr>
                <a:t>Centralized training exacerbates vulnerabilities in federated learning environments.</a:t>
              </a:r>
              <a:endParaRPr lang="en-us" sz="2100" cap="none" spc="-11">
                <a:solidFill>
                  <a:srgbClr val="DCEEFF"/>
                </a:solidFill>
                <a:latin typeface="TT Fors" pitchFamily="0" charset="0"/>
                <a:ea typeface="TT Fors" pitchFamily="0" charset="0"/>
                <a:cs typeface="TT Fors" pitchFamily="0" charset="0"/>
              </a:endParaRPr>
            </a:p>
          </p:txBody>
        </p:sp>
        <p:sp>
          <p:nvSpPr>
            <p:cNvPr id="12" name="TextBox 13"/>
            <p:cNvSpPr>
              <a:extLst>
                <a:ext uri="smNativeData">
                  <pr:smNativeData xmlns:pr="smNativeData" xmlns="smNativeData" val="SMDATA_15_9lpfaR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u1MAANckAADgXQAAIygAAAAgAAAmAAAACAAAAP//////////"/>
                </a:ext>
              </a:extLst>
            </p:cNvSpPr>
            <p:nvPr/>
          </p:nvSpPr>
          <p:spPr>
            <a:xfrm>
              <a:off x="13611225" y="5988685"/>
              <a:ext cx="1649095" cy="53594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0" rIns="0" bIns="0" numCol="1" spcCol="215900" anchor="t"/>
            <a:lstStyle/>
            <a:p>
              <a:pPr lvl="1" marL="0" indent="0" algn="l">
                <a:lnSpc>
                  <a:spcPts val="3835"/>
                </a:lnSpc>
                <a:spcBef>
                  <a:spcPts val="0"/>
                </a:spcBef>
                <a:defRPr lang="en-us"/>
              </a:pPr>
              <a:r>
                <a:rPr lang="en-us" sz="3195" cap="none" spc="-21">
                  <a:solidFill>
                    <a:srgbClr val="DCEEFF"/>
                  </a:solidFill>
                  <a:latin typeface="ITC Avant Garde Gothic" pitchFamily="0" charset="0"/>
                  <a:ea typeface="ITC Avant Garde Gothic" pitchFamily="0" charset="0"/>
                  <a:cs typeface="ITC Avant Garde Gothic" pitchFamily="0" charset="0"/>
                </a:rPr>
                <a:t>04</a:t>
              </a:r>
              <a:endParaRPr lang="en-us" sz="3195" cap="none" spc="-21">
                <a:solidFill>
                  <a:srgbClr val="DCEEFF"/>
                </a:solidFill>
                <a:latin typeface="ITC Avant Garde Gothic" pitchFamily="0" charset="0"/>
                <a:ea typeface="ITC Avant Garde Gothic" pitchFamily="0" charset="0"/>
                <a:cs typeface="ITC Avant Garde Gothic" pitchFamily="0" charset="0"/>
              </a:endParaRPr>
            </a:p>
          </p:txBody>
        </p:sp>
      </p:grpSp>
      <p:sp>
        <p:nvSpPr>
          <p:cNvPr id="14" name="TextBox 14"/>
          <p:cNvSpPr>
            <a:extLst>
              <a:ext uri="smNativeData">
                <pr:smNativeData xmlns:pr="smNativeData" xmlns="smNativeData" val="SMDATA_15_9lpfaR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GgQAAAsEAAC0WgAAxhEAABAgAAAmAAAACAAAAP//////////"/>
              </a:ext>
            </a:extLst>
          </p:cNvSpPr>
          <p:nvPr/>
        </p:nvSpPr>
        <p:spPr>
          <a:xfrm>
            <a:off x="666750" y="657225"/>
            <a:ext cx="14077950" cy="22320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 marL="0" indent="0" algn="l">
              <a:lnSpc>
                <a:spcPts val="8000"/>
              </a:lnSpc>
              <a:spcBef>
                <a:spcPts val="0"/>
              </a:spcBef>
              <a:defRPr lang="en-us"/>
            </a:pPr>
            <a:r>
              <a:rPr lang="en-us" sz="8000" cap="none" spc="-51">
                <a:solidFill>
                  <a:srgbClr val="BAE1FF"/>
                </a:solidFill>
                <a:latin typeface="ITC Avant Garde Gothic" pitchFamily="0" charset="0"/>
                <a:ea typeface="ITC Avant Garde Gothic" pitchFamily="0" charset="0"/>
                <a:cs typeface="ITC Avant Garde Gothic" pitchFamily="0" charset="0"/>
              </a:rPr>
              <a:t>Privacy Vulnerabilities &amp; Performance Issues</a:t>
            </a:r>
            <a:endParaRPr lang="en-us" sz="8000" cap="none" spc="-51">
              <a:solidFill>
                <a:srgbClr val="BAE1FF"/>
              </a:solidFill>
              <a:latin typeface="ITC Avant Garde Gothic" pitchFamily="0" charset="0"/>
              <a:ea typeface="ITC Avant Garde Gothic" pitchFamily="0" charset="0"/>
              <a:cs typeface="ITC Avant Garde Gothic" pitchFamily="0" charset="0"/>
            </a:endParaRPr>
          </a:p>
        </p:txBody>
      </p:sp>
      <p:grpSp>
        <p:nvGrpSpPr>
          <p:cNvPr id="15" name="Group 15"/>
          <p:cNvGrpSpPr>
            <a:extLst>
              <a:ext uri="smNativeData">
                <pr:smNativeData xmlns:pr="smNativeData" xmlns="smNativeData" val="SMDATA_6_9lpfaRMAAAAlAAAAAQAAAA8BAAAAkAAAAEgAAACQAAAASAAAAAAAAAAAAAAAAAAAABcAAAAUAAAAAAAAAAAAAAD/fwAA/38AAAAAAAAJAAAABAAAAAAAAAAfAAAAVAAAAAAAAAAAAAAAAAAAAAAAAAAAAAAAAAAAAAAAAAAAAAAAAAAAAAAAAAAAAAAAAAAAAAAAAAAAAAAAAAAAAAAAAAAAAAAAAAAAAAAAAAAAAAAAAAAAACEAAAAYAAAAFAAAABoEAACkHwAAJAkAAGIiAAAQAAAAJgAAAAgAAAD/////AAAAAA=="/>
              </a:ext>
            </a:extLst>
          </p:cNvGrpSpPr>
          <p:nvPr/>
        </p:nvGrpSpPr>
        <p:grpSpPr>
          <a:xfrm>
            <a:off x="666750" y="5143500"/>
            <a:ext cx="819150" cy="445770"/>
            <a:chOff x="666750" y="5143500"/>
            <a:chExt cx="819150" cy="445770"/>
          </a:xfrm>
        </p:grpSpPr>
        <p:sp>
          <p:nvSpPr>
            <p:cNvPr id="17" name="Freeform 16"/>
            <p:cNvSpPr>
              <a:extLst>
                <a:ext uri="smNativeData">
                  <pr:smNativeData xmlns:pr="smNativeData" xmlns="smNativeData" val="SMDATA_15_9lpfaRMAAAAlAAAACwAAAA0AAAAADwMAAAAAAAC4BgAAqQMAAAAAAAAAAAAAAAAAAAEAAABQAAAAAAAAAAAA4D8AAAAAAADgPwAAAAAAAOA/AAAAAAAA4D8AAAAAAADgPwAAAAAAAOA/AAAAAAAA4D8AAAAAAADgPwAAAAAAAOA/AAAAAAAA4D8CAAAAjAAAAAEAAAACAAAA////AP///wgAAAAAAAAAABIwo2560uuw5JzJf+OeCVIB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J/f38A7uzhA8zMzADAwP8Af39/AAAAAAAAAAAAAAAAAAAAAAAAAAAAIQAAABgAAAAUAAAAZgYAAKQfAAAkCQAAYiIAAAAAAAAmAAAACAAAAP//////////"/>
                </a:ext>
              </a:extLst>
            </p:cNvSpPr>
            <p:nvPr/>
          </p:nvSpPr>
          <p:spPr>
            <a:xfrm>
              <a:off x="1040130" y="5143500"/>
              <a:ext cx="445770" cy="445770"/>
            </a:xfrm>
            <a:custGeom>
              <a:avLst/>
              <a:gdLst/>
              <a:ahLst/>
              <a:cxnLst/>
              <a:rect l="0" t="0" r="445770" b="445770"/>
              <a:pathLst>
                <a:path w="445770" h="445770">
                  <a:moveTo>
                    <a:pt x="0" y="0"/>
                  </a:moveTo>
                  <a:lnTo>
                    <a:pt x="445770" y="0"/>
                  </a:lnTo>
                  <a:lnTo>
                    <a:pt x="445770" y="445770"/>
                  </a:lnTo>
                  <a:lnTo>
                    <a:pt x="0" y="4457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stretch/>
            </a:blipFill>
            <a:ln>
              <a:noFill/>
            </a:ln>
            <a:effectLst/>
          </p:spPr>
        </p:sp>
        <p:sp>
          <p:nvSpPr>
            <p:cNvPr id="16" name="Freeform 17"/>
            <p:cNvSpPr>
              <a:extLst>
                <a:ext uri="smNativeData">
                  <pr:smNativeData xmlns:pr="smNativeData" xmlns="smNativeData" val="SMDATA_15_9lpfaRMAAAAlAAAACwAAAA0AAAAAAAAAAAAAAACpAwAAqQMAAAAAAAAAAAAAAAAAAAEAAABQAAAAAAAAAAAA4D8AAAAAAADgPwAAAAAAAOA/AAAAAAAA4D8AAAAAAADgPwAAAAAAAOA/AAAAAAAA4D8AAAAAAADgPwAAAAAAAOA/AAAAAAAA4D8CAAAAjAAAAAEAAAACAAAA////AP///wgAAAAAAAAAABIwo2560uuw5JzJf+OeCVIB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J/f38A7uzhA8zMzADAwP8Af39/AAAAAAAAAAAAAAAAAAAAAAAAAAAAIQAAABgAAAAUAAAAGgQAAKQfAADYBgAAYiIAAAAAAAAmAAAACAAAAP//////////"/>
                </a:ext>
              </a:extLst>
            </p:cNvSpPr>
            <p:nvPr/>
          </p:nvSpPr>
          <p:spPr>
            <a:xfrm>
              <a:off x="666750" y="5143500"/>
              <a:ext cx="445770" cy="445770"/>
            </a:xfrm>
            <a:custGeom>
              <a:avLst/>
              <a:gdLst/>
              <a:ahLst/>
              <a:cxnLst/>
              <a:rect l="0" t="0" r="445770" b="445770"/>
              <a:pathLst>
                <a:path w="445770" h="445770">
                  <a:moveTo>
                    <a:pt x="0" y="0"/>
                  </a:moveTo>
                  <a:lnTo>
                    <a:pt x="445770" y="0"/>
                  </a:lnTo>
                  <a:lnTo>
                    <a:pt x="445770" y="445770"/>
                  </a:lnTo>
                  <a:lnTo>
                    <a:pt x="0" y="4457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stretch/>
            </a:blipFill>
            <a:ln>
              <a:noFill/>
            </a:ln>
            <a:effectLst/>
          </p:spPr>
        </p:sp>
      </p:grpSp>
      <p:grpSp>
        <p:nvGrpSpPr>
          <p:cNvPr id="18" name="Group 18"/>
          <p:cNvGrpSpPr>
            <a:extLst>
              <a:ext uri="smNativeData">
                <pr:smNativeData xmlns:pr="smNativeData" xmlns="smNativeData" val="SMDATA_6_9lpfaRMAAAAlAAAAAQAAAA8BAAAAkAAAAEgAAACQAAAASAAAAAAAAAAAAAAAAAAAABcAAAAUAAAAAAAAAAAAAAD/fwAA/38AAAAAAAAJAAAABAAAADpncnAfAAAAVAAAAAAAAAAAAAAAAAAAAAAAAAAAAAAAAAAAAAAAAAAAAAAAAAAAAAAAAAAAAAAAAAAAAAAAAAAAAAAAAAAAAAAAAAAAAAAAAAAAAAAAAAAAAAAAAAAAACEAAAAYAAAAFAAAAKUeAACkHwAAryMAAGIiAAAQAAAAJgAAAAgAAAD/////AAAAAA=="/>
              </a:ext>
            </a:extLst>
          </p:cNvGrpSpPr>
          <p:nvPr/>
        </p:nvGrpSpPr>
        <p:grpSpPr>
          <a:xfrm>
            <a:off x="4981575" y="5143500"/>
            <a:ext cx="819150" cy="445770"/>
            <a:chOff x="4981575" y="5143500"/>
            <a:chExt cx="819150" cy="445770"/>
          </a:xfrm>
        </p:grpSpPr>
        <p:sp>
          <p:nvSpPr>
            <p:cNvPr id="20" name="Freeform 19"/>
            <p:cNvSpPr>
              <a:extLst>
                <a:ext uri="smNativeData">
                  <pr:smNativeData xmlns:pr="smNativeData" xmlns="smNativeData" val="SMDATA_15_9lpfaRMAAAAlAAAACwAAAA0AAAAADwMAAAAAAAC4BgAAqQMAAAAAAAAAAAAAAAAAAAEAAABQAAAAAAAAAAAA4D8AAAAAAADgPwAAAAAAAOA/AAAAAAAA4D8AAAAAAADgPwAAAAAAAOA/AAAAAAAA4D8AAAAAAADgPwAAAAAAAOA/AAAAAAAA4D8CAAAAjAAAAAEAAAACAAAA////AP///wgAAAAAAAAAABIwo2560uuw5JzJf+OeCVIB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J/f38A7uzhA8zMzADAwP8Af39/AAAAAAAAAAAAAAAAAAAAAAAAAAAAIQAAABgAAAAUAAAA8SAAAKQfAACvIwAAYiIAAAAAAAAmAAAACAAAAP//////////"/>
                </a:ext>
              </a:extLst>
            </p:cNvSpPr>
            <p:nvPr/>
          </p:nvSpPr>
          <p:spPr>
            <a:xfrm>
              <a:off x="5354955" y="5143500"/>
              <a:ext cx="445770" cy="445770"/>
            </a:xfrm>
            <a:custGeom>
              <a:avLst/>
              <a:gdLst/>
              <a:ahLst/>
              <a:cxnLst/>
              <a:rect l="0" t="0" r="445770" b="445770"/>
              <a:pathLst>
                <a:path w="445770" h="445770">
                  <a:moveTo>
                    <a:pt x="0" y="0"/>
                  </a:moveTo>
                  <a:lnTo>
                    <a:pt x="445770" y="0"/>
                  </a:lnTo>
                  <a:lnTo>
                    <a:pt x="445770" y="445770"/>
                  </a:lnTo>
                  <a:lnTo>
                    <a:pt x="0" y="4457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stretch/>
            </a:blipFill>
            <a:ln>
              <a:noFill/>
            </a:ln>
            <a:effectLst/>
          </p:spPr>
        </p:sp>
        <p:sp>
          <p:nvSpPr>
            <p:cNvPr id="19" name="Freeform 20"/>
            <p:cNvSpPr>
              <a:extLst>
                <a:ext uri="smNativeData">
                  <pr:smNativeData xmlns:pr="smNativeData" xmlns="smNativeData" val="SMDATA_15_9lpfaRMAAAAlAAAACwAAAA0AAAAAAAAAAAAAAACpAwAAqQMAAAAAAAAAAAAAAAAAAAEAAABQAAAAAAAAAAAA4D8AAAAAAADgPwAAAAAAAOA/AAAAAAAA4D8AAAAAAADgPwAAAAAAAOA/AAAAAAAA4D8AAAAAAADgPwAAAAAAAOA/AAAAAAAA4D8CAAAAjAAAAAEAAAACAAAA////AP///wgAAAAAAAAAABIwo2560uuw5JzJf+OeCVIB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J/f38A7uzhA8zMzADAwP8Af39/AAAAAAAAAAAAAAAAAAAAAAAAAAAAIQAAABgAAAAUAAAApR4AAKQfAABjIQAAYiIAAAAAAAAmAAAACAAAAP//////////"/>
                </a:ext>
              </a:extLst>
            </p:cNvSpPr>
            <p:nvPr/>
          </p:nvSpPr>
          <p:spPr>
            <a:xfrm>
              <a:off x="4981575" y="5143500"/>
              <a:ext cx="445770" cy="445770"/>
            </a:xfrm>
            <a:custGeom>
              <a:avLst/>
              <a:gdLst/>
              <a:ahLst/>
              <a:cxnLst/>
              <a:rect l="0" t="0" r="445770" b="445770"/>
              <a:pathLst>
                <a:path w="445770" h="445770">
                  <a:moveTo>
                    <a:pt x="0" y="0"/>
                  </a:moveTo>
                  <a:lnTo>
                    <a:pt x="445770" y="0"/>
                  </a:lnTo>
                  <a:lnTo>
                    <a:pt x="445770" y="445770"/>
                  </a:lnTo>
                  <a:lnTo>
                    <a:pt x="0" y="4457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stretch/>
            </a:blipFill>
            <a:ln>
              <a:noFill/>
            </a:ln>
            <a:effectLst/>
          </p:spPr>
        </p:sp>
      </p:grpSp>
      <p:grpSp>
        <p:nvGrpSpPr>
          <p:cNvPr id="21" name="Group 21"/>
          <p:cNvGrpSpPr>
            <a:extLst>
              <a:ext uri="smNativeData">
                <pr:smNativeData xmlns:pr="smNativeData" xmlns="smNativeData" val="SMDATA_6_9lpfaRMAAAAlAAAAAQAAAA8BAAAAkAAAAEgAAACQAAAASAAAAAAAAAAAAAAAAAAAABcAAAAUAAAAAAAAAAAAAAD/fwAA/38AAAAAAAAJAAAABAAAAB2FCDUfAAAAVAAAAAAAAAAAAAAAAAAAAAAAAAAAAAAAAAAAAAAAAAAAAAAAAAAAAAAAAAAAAAAAAAAAAAAAAAAAAAAAAAAAAAAAAAAAAAAAAAAAAAAAAAAAAAAAAAAAACEAAAAYAAAAFAAAADA5AACkHwAAOj4AAGIiAAAQAAAAJgAAAAgAAAD/////AAAAAA=="/>
              </a:ext>
            </a:extLst>
          </p:cNvGrpSpPr>
          <p:nvPr/>
        </p:nvGrpSpPr>
        <p:grpSpPr>
          <a:xfrm>
            <a:off x="9296400" y="5143500"/>
            <a:ext cx="819150" cy="445770"/>
            <a:chOff x="9296400" y="5143500"/>
            <a:chExt cx="819150" cy="445770"/>
          </a:xfrm>
        </p:grpSpPr>
        <p:sp>
          <p:nvSpPr>
            <p:cNvPr id="23" name="Freeform 22"/>
            <p:cNvSpPr>
              <a:extLst>
                <a:ext uri="smNativeData">
                  <pr:smNativeData xmlns:pr="smNativeData" xmlns="smNativeData" val="SMDATA_15_9lpfaRMAAAAlAAAACwAAAA0AAAAADwMAAAAAAAC4BgAAqQMAAAAAAAAAAAAAAAAAAAEAAABQAAAAAAAAAAAA4D8AAAAAAADgPwAAAAAAAOA/AAAAAAAA4D8AAAAAAADgPwAAAAAAAOA/AAAAAAAA4D8AAAAAAADgPwAAAAAAAOA/AAAAAAAA4D8CAAAAjAAAAAEAAAACAAAA////AP///wgAAAAAAAAAABIwo2560uuw5JzJf+OeCVIB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J/f38A7uzhA8zMzADAwP8Af39/AAAAAAAAAAAAAAAAAAAAAAAAAAAAIQAAABgAAAAUAAAAfDsAAKQfAAA6PgAAYiIAAAAAAAAmAAAACAAAAP//////////"/>
                </a:ext>
              </a:extLst>
            </p:cNvSpPr>
            <p:nvPr/>
          </p:nvSpPr>
          <p:spPr>
            <a:xfrm>
              <a:off x="9669780" y="5143500"/>
              <a:ext cx="445770" cy="445770"/>
            </a:xfrm>
            <a:custGeom>
              <a:avLst/>
              <a:gdLst/>
              <a:ahLst/>
              <a:cxnLst/>
              <a:rect l="0" t="0" r="445770" b="445770"/>
              <a:pathLst>
                <a:path w="445770" h="445770">
                  <a:moveTo>
                    <a:pt x="0" y="0"/>
                  </a:moveTo>
                  <a:lnTo>
                    <a:pt x="445770" y="0"/>
                  </a:lnTo>
                  <a:lnTo>
                    <a:pt x="445770" y="445770"/>
                  </a:lnTo>
                  <a:lnTo>
                    <a:pt x="0" y="4457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stretch/>
            </a:blipFill>
            <a:ln>
              <a:noFill/>
            </a:ln>
            <a:effectLst/>
          </p:spPr>
        </p:sp>
        <p:sp>
          <p:nvSpPr>
            <p:cNvPr id="22" name="Freeform 23"/>
            <p:cNvSpPr>
              <a:extLst>
                <a:ext uri="smNativeData">
                  <pr:smNativeData xmlns:pr="smNativeData" xmlns="smNativeData" val="SMDATA_15_9lpfaRMAAAAlAAAACwAAAA0AAAAAAAAAAAAAAACpAwAAqQMAAAAAAAAAAAAAAAAAAAEAAABQAAAAAAAAAAAA4D8AAAAAAADgPwAAAAAAAOA/AAAAAAAA4D8AAAAAAADgPwAAAAAAAOA/AAAAAAAA4D8AAAAAAADgPwAAAAAAAOA/AAAAAAAA4D8CAAAAjAAAAAEAAAACAAAA////AP///wgAAAAAAAAAABIwo2560uuw5JzJf+OeCVIB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J/f38A7uzhA8zMzADAwP8Af39/AAAAAAAAAAAAAAAAAAAAAAAAAAAAIQAAABgAAAAUAAAAMDkAAKQfAADuOwAAYiIAAAAAAAAmAAAACAAAAP//////////"/>
                </a:ext>
              </a:extLst>
            </p:cNvSpPr>
            <p:nvPr/>
          </p:nvSpPr>
          <p:spPr>
            <a:xfrm>
              <a:off x="9296400" y="5143500"/>
              <a:ext cx="445770" cy="445770"/>
            </a:xfrm>
            <a:custGeom>
              <a:avLst/>
              <a:gdLst/>
              <a:ahLst/>
              <a:cxnLst/>
              <a:rect l="0" t="0" r="445770" b="445770"/>
              <a:pathLst>
                <a:path w="445770" h="445770">
                  <a:moveTo>
                    <a:pt x="0" y="0"/>
                  </a:moveTo>
                  <a:lnTo>
                    <a:pt x="445770" y="0"/>
                  </a:lnTo>
                  <a:lnTo>
                    <a:pt x="445770" y="445770"/>
                  </a:lnTo>
                  <a:lnTo>
                    <a:pt x="0" y="4457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stretch/>
            </a:blipFill>
            <a:ln>
              <a:noFill/>
            </a:ln>
            <a:effectLst/>
          </p:spPr>
        </p:sp>
      </p:grpSp>
      <p:grpSp>
        <p:nvGrpSpPr>
          <p:cNvPr id="24" name="Group 24"/>
          <p:cNvGrpSpPr>
            <a:extLst>
              <a:ext uri="smNativeData">
                <pr:smNativeData xmlns:pr="smNativeData" xmlns="smNativeData" val="SMDATA_6_9lpfaRMAAAAlAAAAAQAAAA8BAAAAkAAAAEgAAACQAAAASAAAAAAAAAAAAAAAAAAAABcAAAAUAAAAAAAAAAAAAAD/fwAA/38AAAAAAAAJAAAABAAAAAAAAAAfAAAAVAAAAAAAAAAAAAAAAAAAAAAAAAAAAAAAAAAAAAAAAAAAAAAAAAAAAAAAAAAAAAAAAAAAAAAAAAAAAAAAAAAAAAAAAAAAAAAAAAAAAAAAAAAAAAAAAAAAACEAAAAYAAAAFAAAALtTAACkHwAAxVgAAGIiAAAQAAAAJgAAAAgAAAD/////AAAAAA=="/>
              </a:ext>
            </a:extLst>
          </p:cNvGrpSpPr>
          <p:nvPr/>
        </p:nvGrpSpPr>
        <p:grpSpPr>
          <a:xfrm>
            <a:off x="13611225" y="5143500"/>
            <a:ext cx="819150" cy="445770"/>
            <a:chOff x="13611225" y="5143500"/>
            <a:chExt cx="819150" cy="445770"/>
          </a:xfrm>
        </p:grpSpPr>
        <p:sp>
          <p:nvSpPr>
            <p:cNvPr id="26" name="Freeform 25"/>
            <p:cNvSpPr>
              <a:extLst>
                <a:ext uri="smNativeData">
                  <pr:smNativeData xmlns:pr="smNativeData" xmlns="smNativeData" val="SMDATA_15_9lpfaRMAAAAlAAAACwAAAA0AAAAADwMAAAAAAAC4BgAAqQMAAAAAAAAAAAAAAAAAAAEAAABQAAAAAAAAAAAA4D8AAAAAAADgPwAAAAAAAOA/AAAAAAAA4D8AAAAAAADgPwAAAAAAAOA/AAAAAAAA4D8AAAAAAADgPwAAAAAAAOA/AAAAAAAA4D8CAAAAjAAAAAEAAAACAAAA////AP///wgAAAAAAAAAABIwo2560uuw5JzJf+OeCVIB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J/f38A7uzhA8zMzADAwP8Af39/AAAAAAAAAAAAAAAAAAAAAAAAAAAAIQAAABgAAAAUAAAAB1YAAKQfAADFWAAAYiIAAAAAAAAmAAAACAAAAP//////////"/>
                </a:ext>
              </a:extLst>
            </p:cNvSpPr>
            <p:nvPr/>
          </p:nvSpPr>
          <p:spPr>
            <a:xfrm>
              <a:off x="13984605" y="5143500"/>
              <a:ext cx="445770" cy="445770"/>
            </a:xfrm>
            <a:custGeom>
              <a:avLst/>
              <a:gdLst/>
              <a:ahLst/>
              <a:cxnLst/>
              <a:rect l="0" t="0" r="445770" b="445770"/>
              <a:pathLst>
                <a:path w="445770" h="445770">
                  <a:moveTo>
                    <a:pt x="0" y="0"/>
                  </a:moveTo>
                  <a:lnTo>
                    <a:pt x="445770" y="0"/>
                  </a:lnTo>
                  <a:lnTo>
                    <a:pt x="445770" y="445770"/>
                  </a:lnTo>
                  <a:lnTo>
                    <a:pt x="0" y="4457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stretch/>
            </a:blipFill>
            <a:ln>
              <a:noFill/>
            </a:ln>
            <a:effectLst/>
          </p:spPr>
        </p:sp>
        <p:sp>
          <p:nvSpPr>
            <p:cNvPr id="25" name="Freeform 26"/>
            <p:cNvSpPr>
              <a:extLst>
                <a:ext uri="smNativeData">
                  <pr:smNativeData xmlns:pr="smNativeData" xmlns="smNativeData" val="SMDATA_15_9lpfaRMAAAAlAAAACwAAAA0AAAAAAAAAAAAAAACpAwAAqQMAAAAAAAAAAAAAAAAAAAEAAABQAAAAAAAAAAAA4D8AAAAAAADgPwAAAAAAAOA/AAAAAAAA4D8AAAAAAADgPwAAAAAAAOA/AAAAAAAA4D8AAAAAAADgPwAAAAAAAOA/AAAAAAAA4D8CAAAAjAAAAAEAAAACAAAA////AP///wgAAAAAAAAAABIwo2560uuw5JzJf+OeCVIB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J/f38A7uzhA8zMzADAwP8Af39/AAAAAAAAAAAAAAAAAAAAAAAAAAAAIQAAABgAAAAUAAAAu1MAAKQfAAB5VgAAYiIAAAAAAAAmAAAACAAAAP//////////"/>
                </a:ext>
              </a:extLst>
            </p:cNvSpPr>
            <p:nvPr/>
          </p:nvSpPr>
          <p:spPr>
            <a:xfrm>
              <a:off x="13611225" y="5143500"/>
              <a:ext cx="445770" cy="445770"/>
            </a:xfrm>
            <a:custGeom>
              <a:avLst/>
              <a:gdLst/>
              <a:ahLst/>
              <a:cxnLst/>
              <a:rect l="0" t="0" r="445770" b="445770"/>
              <a:pathLst>
                <a:path w="445770" h="445770">
                  <a:moveTo>
                    <a:pt x="0" y="0"/>
                  </a:moveTo>
                  <a:lnTo>
                    <a:pt x="445770" y="0"/>
                  </a:lnTo>
                  <a:lnTo>
                    <a:pt x="445770" y="445770"/>
                  </a:lnTo>
                  <a:lnTo>
                    <a:pt x="0" y="4457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stretch/>
            </a:blipFill>
            <a:ln>
              <a:noFill/>
            </a:ln>
            <a:effectLst/>
          </p:spPr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bg>
      <p:bgPr>
        <a:solidFill>
          <a:srgbClr val="0A1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extLst>
              <a:ext uri="smNativeData">
                <pr:smNativeData xmlns:pr="smNativeData" xmlns="smNativeData" val="SMDATA_6_9lpfaRMAAAAlAAAAAQAAAA8BAAAAkAAAAEgAAACQAAAASAAAAAAAAAAAAAAAAAAAABcAAAAUAAAAAAAAAAAAAAD/fwAA/38AAAAAAAAJAAAABAAAAAAkAEYfAAAAVAAAAAAAAAAAAAAAAAAAAAAAAAAAAAAAAAAAAAAAAAAAAAAAAAAAAAAAAAAAAAAAAAAAAAAAAAAAAAAAAAAAAAAAAAAAAAAAAAAAAAAAAAAAAAAAAAAAACEAAAAYAAAAFAAAABoEAAAaBAAAAkkAAJ0XAAAQAAAAJgAAAAgAAAD/////AAAAAA=="/>
              </a:ext>
            </a:extLst>
          </p:cNvGrpSpPr>
          <p:nvPr/>
        </p:nvGrpSpPr>
        <p:grpSpPr>
          <a:xfrm>
            <a:off x="666750" y="666750"/>
            <a:ext cx="11201400" cy="3171825"/>
            <a:chOff x="666750" y="666750"/>
            <a:chExt cx="11201400" cy="3171825"/>
          </a:xfrm>
        </p:grpSpPr>
        <p:sp>
          <p:nvSpPr>
            <p:cNvPr id="4" name="TextBox 3"/>
            <p:cNvSpPr>
              <a:extLst>
                <a:ext uri="smNativeData">
                  <pr:smNativeData xmlns:pr="smNativeData" xmlns="smNativeData" val="SMDATA_15_9lpfaR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EAA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GgQAAA8EAAACSQAAxhEAAAAgAAAmAAAACAAAAP//////////"/>
                </a:ext>
              </a:extLst>
            </p:cNvSpPr>
            <p:nvPr/>
          </p:nvSpPr>
          <p:spPr>
            <a:xfrm>
              <a:off x="666750" y="659765"/>
              <a:ext cx="11201400" cy="222948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0" rIns="0" bIns="0" numCol="1" spcCol="215900" anchor="t"/>
            <a:lstStyle/>
            <a:p>
              <a:pPr marL="0" indent="0" algn="l">
                <a:lnSpc>
                  <a:spcPts val="8000"/>
                </a:lnSpc>
                <a:spcBef>
                  <a:spcPts val="0"/>
                </a:spcBef>
                <a:defRPr lang="en-us"/>
              </a:pPr>
              <a:r>
                <a:rPr lang="en-us" sz="8000" cap="none" spc="-51">
                  <a:solidFill>
                    <a:srgbClr val="BAE1FF"/>
                  </a:solidFill>
                  <a:latin typeface="ITC Avant Garde Gothic" pitchFamily="0" charset="0"/>
                  <a:ea typeface="ITC Avant Garde Gothic" pitchFamily="0" charset="0"/>
                  <a:cs typeface="ITC Avant Garde Gothic" pitchFamily="0" charset="0"/>
                </a:rPr>
                <a:t>ARCH-FL Framework Overview</a:t>
              </a:r>
              <a:endParaRPr lang="en-us" sz="8000" cap="none" spc="-51">
                <a:solidFill>
                  <a:srgbClr val="BAE1FF"/>
                </a:solidFill>
                <a:latin typeface="ITC Avant Garde Gothic" pitchFamily="0" charset="0"/>
                <a:ea typeface="ITC Avant Garde Gothic" pitchFamily="0" charset="0"/>
                <a:cs typeface="ITC Avant Garde Gothic" pitchFamily="0" charset="0"/>
              </a:endParaRPr>
            </a:p>
          </p:txBody>
        </p:sp>
        <p:sp>
          <p:nvSpPr>
            <p:cNvPr id="3" name="TextBox 4"/>
            <p:cNvSpPr>
              <a:extLst>
                <a:ext uri="smNativeData">
                  <pr:smNativeData xmlns:pr="smNativeData" xmlns="smNativeData" val="SMDATA_15_9lpfaR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EAA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GgQAAKAUAAApQAAAnRcAAAAgAAAmAAAACAAAAP//////////"/>
                </a:ext>
              </a:extLst>
            </p:cNvSpPr>
            <p:nvPr/>
          </p:nvSpPr>
          <p:spPr>
            <a:xfrm>
              <a:off x="666750" y="3352800"/>
              <a:ext cx="9763125" cy="48577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0" rIns="0" bIns="0" numCol="1" spcCol="215900" anchor="t"/>
            <a:lstStyle/>
            <a:p>
              <a:pPr marL="0" indent="0" algn="l">
                <a:lnSpc>
                  <a:spcPts val="3835"/>
                </a:lnSpc>
                <a:spcBef>
                  <a:spcPts val="0"/>
                </a:spcBef>
                <a:defRPr lang="en-us"/>
              </a:pPr>
              <a:r>
                <a:rPr lang="en-us" sz="3195" cap="none" spc="-23">
                  <a:solidFill>
                    <a:srgbClr val="DCEEFF"/>
                  </a:solidFill>
                  <a:latin typeface="TT Fors" pitchFamily="0" charset="0"/>
                  <a:ea typeface="TT Fors" pitchFamily="0" charset="0"/>
                  <a:cs typeface="TT Fors" pitchFamily="0" charset="0"/>
                </a:rPr>
                <a:t>Integrating Differential Privacy with Federated Learning</a:t>
              </a:r>
              <a:endParaRPr lang="en-us" sz="3195" cap="none" spc="-23">
                <a:solidFill>
                  <a:srgbClr val="DCEEFF"/>
                </a:solidFill>
                <a:latin typeface="TT Fors" pitchFamily="0" charset="0"/>
                <a:ea typeface="TT Fors" pitchFamily="0" charset="0"/>
                <a:cs typeface="TT Fors" pitchFamily="0" charset="0"/>
              </a:endParaRPr>
            </a:p>
          </p:txBody>
        </p:sp>
      </p:grpSp>
      <p:grpSp>
        <p:nvGrpSpPr>
          <p:cNvPr id="5" name="Group 5"/>
          <p:cNvGrpSpPr>
            <a:extLst>
              <a:ext uri="smNativeData">
                <pr:smNativeData xmlns:pr="smNativeData" xmlns="smNativeData" val="SMDATA_6_9lpfaRMAAAAlAAAAAQAAAA8BAAAAkAAAAEgAAACQAAAASAAAAAAAAAAAAAAAAAAAABcAAAAUAAAAAAAAAAAAAAD/fwAA/38AAAAAAAAJAAAABAAAAISZAAAfAAAAVAAAAAAAAAAAAAAAAAAAAAAAAAAAAAAAAAAAAAAAAAAAAAAAAAAAAAAAAAAAAAAAAAAAAAAAAAAAAAAAAAAAAAAAAAAAAAAAAAAAAAAAAAAAAAAAAAAAACEAAAAYAAAAFAAAALRaAAAqMAAAhXgAADA7AAAQAAAAJgAAAAgAAAD/////AAAAAA=="/>
              </a:ext>
            </a:extLst>
          </p:cNvGrpSpPr>
          <p:nvPr/>
        </p:nvGrpSpPr>
        <p:grpSpPr>
          <a:xfrm>
            <a:off x="14744700" y="7829550"/>
            <a:ext cx="4846955" cy="1791970"/>
            <a:chOff x="14744700" y="7829550"/>
            <a:chExt cx="4846955" cy="1791970"/>
          </a:xfrm>
        </p:grpSpPr>
        <p:sp>
          <p:nvSpPr>
            <p:cNvPr id="8" name="Freeform 6"/>
            <p:cNvSpPr>
              <a:extLst>
                <a:ext uri="smNativeData">
                  <pr:smNativeData xmlns:pr="smNativeData" xmlns="smNativeData" val="SMDATA_15_9lpfaRMAAAAlAAAACwAAAA0AAAAAAAAAAAAAAACzDgAAsw4AAAAAAAAAAAAAAAAAAAEAAABQAAAAAAAAAAAA4D8AAAAAAADgPwAAAAAAAOA/AAAAAAAA4D8AAAAAAADgPwAAAAAAAOA/AAAAAAAA4D8AAAAAAADgPwAAAAAAAOA/AAAAAAAA4D8CAAAAjAAAAAEAAAACAAAA////AP///wgAAAAAAAAAAD0FGSCj8bAH5JJhLcx+bRAB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MiQ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tFoAACowAAC6ZQAAMDsAAAAAAAAmAAAACAAAAP//////////"/>
                </a:ext>
              </a:extLst>
            </p:cNvSpPr>
            <p:nvPr/>
          </p:nvSpPr>
          <p:spPr>
            <a:xfrm>
              <a:off x="14744700" y="7829550"/>
              <a:ext cx="1791970" cy="1791970"/>
            </a:xfrm>
            <a:custGeom>
              <a:avLst/>
              <a:gdLst/>
              <a:ahLst/>
              <a:cxnLst/>
              <a:rect l="0" t="0" r="1791970" b="1791970"/>
              <a:pathLst>
                <a:path w="1791970" h="1791970">
                  <a:moveTo>
                    <a:pt x="0" y="0"/>
                  </a:moveTo>
                  <a:lnTo>
                    <a:pt x="1791970" y="0"/>
                  </a:lnTo>
                  <a:lnTo>
                    <a:pt x="1791970" y="1791970"/>
                  </a:lnTo>
                  <a:lnTo>
                    <a:pt x="0" y="1791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stretch/>
            </a:blipFill>
            <a:ln>
              <a:noFill/>
            </a:ln>
            <a:effectLst/>
          </p:spPr>
        </p:sp>
        <p:sp>
          <p:nvSpPr>
            <p:cNvPr id="7" name="Freeform 7"/>
            <p:cNvSpPr>
              <a:extLst>
                <a:ext uri="smNativeData">
                  <pr:smNativeData xmlns:pr="smNativeData" xmlns="smNativeData" val="SMDATA_15_9lpfaRMAAAAlAAAACwAAAA0AAAAAhwwAAAAAAAA6GwAAsw4AAAAAAAAAAAAAAAAAAAEAAABQAAAAAAAAAAAA4D8AAAAAAADgPwAAAAAAAOA/AAAAAAAA4D8AAAAAAADgPwAAAAAAAOA/AAAAAAAA4D8AAAAAAADgPwAAAAAAAOA/AAAAAAAA4D8CAAAAjAAAAAEAAAACAAAA////AP///wgAAAAAAAAAAD0FGSCj8bAH5JJhLcx+bRAB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GWQAACowAAAgbwAAMDsAAAAAAAAmAAAACAAAAP//////////"/>
                </a:ext>
              </a:extLst>
            </p:cNvSpPr>
            <p:nvPr/>
          </p:nvSpPr>
          <p:spPr>
            <a:xfrm>
              <a:off x="16271875" y="7829550"/>
              <a:ext cx="1792605" cy="1791970"/>
            </a:xfrm>
            <a:custGeom>
              <a:avLst/>
              <a:gdLst/>
              <a:ahLst/>
              <a:cxnLst/>
              <a:rect l="0" t="0" r="1792605" b="1791970"/>
              <a:pathLst>
                <a:path w="1792605" h="1791970">
                  <a:moveTo>
                    <a:pt x="0" y="0"/>
                  </a:moveTo>
                  <a:lnTo>
                    <a:pt x="1792605" y="0"/>
                  </a:lnTo>
                  <a:lnTo>
                    <a:pt x="1792605" y="1791970"/>
                  </a:lnTo>
                  <a:lnTo>
                    <a:pt x="0" y="1791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stretch/>
            </a:blipFill>
            <a:ln>
              <a:noFill/>
            </a:ln>
            <a:effectLst/>
          </p:spPr>
        </p:sp>
        <p:sp>
          <p:nvSpPr>
            <p:cNvPr id="6" name="Freeform 8"/>
            <p:cNvSpPr>
              <a:extLst>
                <a:ext uri="smNativeData">
                  <pr:smNativeData xmlns:pr="smNativeData" xmlns="smNativeData" val="SMDATA_15_9lpfaRMAAAAlAAAACwAAAA0AAAAADhkAAAAAAADBJwAAsw4AAAAAAAAAAAAAAAAAAAEAAABQAAAAAAAAAAAA4D8AAAAAAADgPwAAAAAAAOA/AAAAAAAA4D8AAAAAAADgPwAAAAAAAOA/AAAAAAAA4D8AAAAAAADgPwAAAAAAAOA/AAAAAAAA4D8CAAAAjAAAAAEAAAACAAAA////AP///wgAAAAAAAAAAD0FGSCj8bAH5JJhLcx+bRAB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EAA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f20AACowAACFeAAAMDsAAAAAAAAmAAAACAAAAP//////////"/>
                </a:ext>
              </a:extLst>
            </p:cNvSpPr>
            <p:nvPr/>
          </p:nvSpPr>
          <p:spPr>
            <a:xfrm>
              <a:off x="17799685" y="7829550"/>
              <a:ext cx="1791970" cy="1791970"/>
            </a:xfrm>
            <a:custGeom>
              <a:avLst/>
              <a:gdLst/>
              <a:ahLst/>
              <a:cxnLst/>
              <a:rect l="0" t="0" r="1791970" b="1791970"/>
              <a:pathLst>
                <a:path w="1791970" h="1791970">
                  <a:moveTo>
                    <a:pt x="0" y="0"/>
                  </a:moveTo>
                  <a:lnTo>
                    <a:pt x="1791970" y="0"/>
                  </a:lnTo>
                  <a:lnTo>
                    <a:pt x="1791970" y="1791970"/>
                  </a:lnTo>
                  <a:lnTo>
                    <a:pt x="0" y="1791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stretch/>
            </a:blipFill>
            <a:ln>
              <a:noFill/>
            </a:ln>
            <a:effectLst/>
          </p:spPr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bg>
      <p:bgPr>
        <a:solidFill>
          <a:srgbClr val="0A1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extLst>
              <a:ext uri="smNativeData">
                <pr:smNativeData xmlns:pr="smNativeData" xmlns="smNativeData" val="SMDATA_6_9lpfaRMAAAAlAAAAAQAAAA8BAAAAkAAAAEgAAACQAAAASAAAAAAAAAAAAAAAAAAAABcAAAAUAAAAAAAAAAAAAAD/fwAA/38AAAAAAAAJAAAABAAAAFKAAAAfAAAAVAAAAAAAAAAAAAAAAAAAAAAAAAAAAAAAAAAAAAAAAAAAAAAAAAAAAAAAAAAAAAAAAAAAAAAAAAAAAAAAAAAAAAAAAAAAAAAAAAAAAAAAAAAAAAAAAAAAACEAAAAYAAAAFAAAABoEAAAaBAAAAkkAAOkcAAAQAAAAJgAAAAgAAAD/////AAAAAA=="/>
              </a:ext>
            </a:extLst>
          </p:cNvGrpSpPr>
          <p:nvPr/>
        </p:nvGrpSpPr>
        <p:grpSpPr>
          <a:xfrm>
            <a:off x="666750" y="666750"/>
            <a:ext cx="11201400" cy="4032885"/>
            <a:chOff x="666750" y="666750"/>
            <a:chExt cx="11201400" cy="4032885"/>
          </a:xfrm>
        </p:grpSpPr>
        <p:sp>
          <p:nvSpPr>
            <p:cNvPr id="5" name="TextBox 3"/>
            <p:cNvSpPr>
              <a:extLst>
                <a:ext uri="smNativeData">
                  <pr:smNativeData xmlns:pr="smNativeData" xmlns="smNativeData" val="SMDATA_15_9lpfaR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PGPxGs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GgQAAA8EAAACSQAAkAsAAAAgAAAmAAAACAAAAP//////////"/>
                </a:ext>
              </a:extLst>
            </p:cNvSpPr>
            <p:nvPr/>
          </p:nvSpPr>
          <p:spPr>
            <a:xfrm>
              <a:off x="666750" y="659765"/>
              <a:ext cx="11201400" cy="121983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0" rIns="0" bIns="0" numCol="1" spcCol="215900" anchor="t"/>
            <a:lstStyle/>
            <a:p>
              <a:pPr marL="0" indent="0" algn="l">
                <a:lnSpc>
                  <a:spcPts val="8000"/>
                </a:lnSpc>
                <a:spcBef>
                  <a:spcPts val="0"/>
                </a:spcBef>
                <a:defRPr lang="en-us"/>
              </a:pPr>
              <a:r>
                <a:rPr lang="en-us" sz="8000" cap="none" spc="-51">
                  <a:solidFill>
                    <a:srgbClr val="BAE1FF"/>
                  </a:solidFill>
                  <a:latin typeface="ITC Avant Garde Gothic" pitchFamily="0" charset="0"/>
                  <a:ea typeface="ITC Avant Garde Gothic" pitchFamily="0" charset="0"/>
                  <a:cs typeface="ITC Avant Garde Gothic" pitchFamily="0" charset="0"/>
                </a:rPr>
                <a:t>ARCH-FL Overview</a:t>
              </a:r>
              <a:endParaRPr lang="en-us" sz="8000" cap="none" spc="-51">
                <a:solidFill>
                  <a:srgbClr val="BAE1FF"/>
                </a:solidFill>
                <a:latin typeface="ITC Avant Garde Gothic" pitchFamily="0" charset="0"/>
                <a:ea typeface="ITC Avant Garde Gothic" pitchFamily="0" charset="0"/>
                <a:cs typeface="ITC Avant Garde Gothic" pitchFamily="0" charset="0"/>
              </a:endParaRPr>
            </a:p>
          </p:txBody>
        </p:sp>
        <p:sp>
          <p:nvSpPr>
            <p:cNvPr id="4" name="TextBox 4"/>
            <p:cNvSpPr>
              <a:extLst>
                <a:ext uri="smNativeData">
                  <pr:smNativeData xmlns:pr="smNativeData" xmlns="smNativeData" val="SMDATA_15_9lpfaR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E7Jias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GgQAAOwTAABQNwAA6RwAAAAgAAAmAAAACAAAAP//////////"/>
                </a:ext>
              </a:extLst>
            </p:cNvSpPr>
            <p:nvPr/>
          </p:nvSpPr>
          <p:spPr>
            <a:xfrm>
              <a:off x="666750" y="3238500"/>
              <a:ext cx="8324850" cy="146113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0" rIns="0" bIns="0" numCol="1" spcCol="215900" anchor="t"/>
            <a:lstStyle/>
            <a:p>
              <a:pPr marL="0" indent="0" algn="l">
                <a:lnSpc>
                  <a:spcPts val="2940"/>
                </a:lnSpc>
                <a:defRPr lang="en-us"/>
              </a:pPr>
              <a:r>
                <a:rPr lang="en-us" sz="2100" cap="none">
                  <a:solidFill>
                    <a:srgbClr val="DCEEFF"/>
                  </a:solidFill>
                  <a:latin typeface="TT Fors" pitchFamily="0" charset="0"/>
                  <a:ea typeface="TT Fors" pitchFamily="0" charset="0"/>
                  <a:cs typeface="TT Fors" pitchFamily="0" charset="0"/>
                </a:rPr>
                <a:t>ARCH-FL is a pioneering framework that integrates differential privacy with federated learning, specifically designed for chest X-ray classification, ensuring data privacy while enabling collaborative AI model training across healthcare institutions.</a:t>
              </a:r>
              <a:endParaRPr lang="en-us" sz="2100" cap="none">
                <a:solidFill>
                  <a:srgbClr val="DCEEFF"/>
                </a:solidFill>
                <a:latin typeface="TT Fors" pitchFamily="0" charset="0"/>
                <a:ea typeface="TT Fors" pitchFamily="0" charset="0"/>
                <a:cs typeface="TT Fors" pitchFamily="0" charset="0"/>
              </a:endParaRPr>
            </a:p>
          </p:txBody>
        </p:sp>
        <p:sp>
          <p:nvSpPr>
            <p:cNvPr id="3" name="TextBox 5"/>
            <p:cNvSpPr>
              <a:extLst>
                <a:ext uri="smNativeData">
                  <pr:smNativeData xmlns:pr="smNativeData" xmlns="smNativeData" val="SMDATA_15_9lpfaR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C13ukc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GgQAAGoOAAApQAAAZxEAAAAgAAAmAAAACAAAAP//////////"/>
                </a:ext>
              </a:extLst>
            </p:cNvSpPr>
            <p:nvPr/>
          </p:nvSpPr>
          <p:spPr>
            <a:xfrm>
              <a:off x="666750" y="2343150"/>
              <a:ext cx="9763125" cy="48577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0" rIns="0" bIns="0" numCol="1" spcCol="215900" anchor="t"/>
            <a:lstStyle/>
            <a:p>
              <a:pPr marL="0" indent="0" algn="l">
                <a:lnSpc>
                  <a:spcPts val="3835"/>
                </a:lnSpc>
                <a:spcBef>
                  <a:spcPts val="0"/>
                </a:spcBef>
                <a:defRPr lang="en-us"/>
              </a:pPr>
              <a:r>
                <a:rPr lang="en-us" sz="3195" cap="none" spc="-23">
                  <a:solidFill>
                    <a:srgbClr val="DCEEFF"/>
                  </a:solidFill>
                  <a:latin typeface="TT Fors" pitchFamily="0" charset="0"/>
                  <a:ea typeface="TT Fors" pitchFamily="0" charset="0"/>
                  <a:cs typeface="TT Fors" pitchFamily="0" charset="0"/>
                </a:rPr>
                <a:t>Open-Source Privacy Framework</a:t>
              </a:r>
              <a:endParaRPr lang="en-us" sz="3195" cap="none" spc="-23">
                <a:solidFill>
                  <a:srgbClr val="DCEEFF"/>
                </a:solidFill>
                <a:latin typeface="TT Fors" pitchFamily="0" charset="0"/>
                <a:ea typeface="TT Fors" pitchFamily="0" charset="0"/>
                <a:cs typeface="TT Fors" pitchFamily="0" charset="0"/>
              </a:endParaRPr>
            </a:p>
          </p:txBody>
        </p:sp>
      </p:grpSp>
      <p:grpSp>
        <p:nvGrpSpPr>
          <p:cNvPr id="6" name="Group 6"/>
          <p:cNvGrpSpPr>
            <a:extLst>
              <a:ext uri="smNativeData">
                <pr:smNativeData xmlns:pr="smNativeData" xmlns="smNativeData" val="SMDATA_6_9lpfaRMAAAAlAAAAAQAAAA8BAAAAkAAAAEgAAACQAAAASAAAAAAAAAAAAAAAAAAAABcAAAAUAAAAAAAAAAAAAAD/fwAA/38AAAAAAAAJAAAABAAAAL65AAAfAAAAVAAAAAAAAAAAAAAAAAAAAAAAAAAAAAAAAAAAAAAAAAAAAAAAAAAAAAAAAAAAAAAAAAAAAAAAAAAAAAAAAAAAAAAAAAAAAAAAAAAAAAAAAAAAAAAAAAAAACEAAAAYAAAAFAAAALRaAAAqMAAAhXgAADA7AAAQAAAAJgAAAAgAAAD/////AAAAAA=="/>
              </a:ext>
            </a:extLst>
          </p:cNvGrpSpPr>
          <p:nvPr/>
        </p:nvGrpSpPr>
        <p:grpSpPr>
          <a:xfrm>
            <a:off x="14744700" y="7829550"/>
            <a:ext cx="4846955" cy="1791970"/>
            <a:chOff x="14744700" y="7829550"/>
            <a:chExt cx="4846955" cy="1791970"/>
          </a:xfrm>
        </p:grpSpPr>
        <p:sp>
          <p:nvSpPr>
            <p:cNvPr id="9" name="Freeform 7"/>
            <p:cNvSpPr>
              <a:extLst>
                <a:ext uri="smNativeData">
                  <pr:smNativeData xmlns:pr="smNativeData" xmlns="smNativeData" val="SMDATA_15_9lpfaRMAAAAlAAAACwAAAA0AAAAAAAAAAAAAAACzDgAAsw4AAAAAAAAAAAAAAAAAAAEAAABQAAAAAAAAAAAA4D8AAAAAAADgPwAAAAAAAOA/AAAAAAAA4D8AAAAAAADgPwAAAAAAAOA/AAAAAAAA4D8AAAAAAADgPwAAAAAAAOA/AAAAAAAA4D8CAAAAjAAAAAEAAAACAAAA////AP///wgAAAAAAAAAAD0FGSCj8bAH5JJhLcx+bRAB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tFoAACowAAC6ZQAAMDsAAAAAAAAmAAAACAAAAP//////////"/>
                </a:ext>
              </a:extLst>
            </p:cNvSpPr>
            <p:nvPr/>
          </p:nvSpPr>
          <p:spPr>
            <a:xfrm>
              <a:off x="14744700" y="7829550"/>
              <a:ext cx="1791970" cy="1791970"/>
            </a:xfrm>
            <a:custGeom>
              <a:avLst/>
              <a:gdLst/>
              <a:ahLst/>
              <a:cxnLst/>
              <a:rect l="0" t="0" r="1791970" b="1791970"/>
              <a:pathLst>
                <a:path w="1791970" h="1791970">
                  <a:moveTo>
                    <a:pt x="0" y="0"/>
                  </a:moveTo>
                  <a:lnTo>
                    <a:pt x="1791970" y="0"/>
                  </a:lnTo>
                  <a:lnTo>
                    <a:pt x="1791970" y="1791970"/>
                  </a:lnTo>
                  <a:lnTo>
                    <a:pt x="0" y="1791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stretch/>
            </a:blipFill>
            <a:ln>
              <a:noFill/>
            </a:ln>
            <a:effectLst/>
          </p:spPr>
        </p:sp>
        <p:sp>
          <p:nvSpPr>
            <p:cNvPr id="8" name="Freeform 8"/>
            <p:cNvSpPr>
              <a:extLst>
                <a:ext uri="smNativeData">
                  <pr:smNativeData xmlns:pr="smNativeData" xmlns="smNativeData" val="SMDATA_15_9lpfaRMAAAAlAAAACwAAAA0AAAAAhwwAAAAAAAA6GwAAsw4AAAAAAAAAAAAAAAAAAAEAAABQAAAAAAAAAAAA4D8AAAAAAADgPwAAAAAAAOA/AAAAAAAA4D8AAAAAAADgPwAAAAAAAOA/AAAAAAAA4D8AAAAAAADgPwAAAAAAAOA/AAAAAAAA4D8CAAAAjAAAAAEAAAACAAAA////AP///wgAAAAAAAAAAD0FGSCj8bAH5JJhLcx+bRAB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GWQAACowAAAgbwAAMDsAAAAAAAAmAAAACAAAAP//////////"/>
                </a:ext>
              </a:extLst>
            </p:cNvSpPr>
            <p:nvPr/>
          </p:nvSpPr>
          <p:spPr>
            <a:xfrm>
              <a:off x="16271875" y="7829550"/>
              <a:ext cx="1792605" cy="1791970"/>
            </a:xfrm>
            <a:custGeom>
              <a:avLst/>
              <a:gdLst/>
              <a:ahLst/>
              <a:cxnLst/>
              <a:rect l="0" t="0" r="1792605" b="1791970"/>
              <a:pathLst>
                <a:path w="1792605" h="1791970">
                  <a:moveTo>
                    <a:pt x="0" y="0"/>
                  </a:moveTo>
                  <a:lnTo>
                    <a:pt x="1792605" y="0"/>
                  </a:lnTo>
                  <a:lnTo>
                    <a:pt x="1792605" y="1791970"/>
                  </a:lnTo>
                  <a:lnTo>
                    <a:pt x="0" y="1791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stretch/>
            </a:blipFill>
            <a:ln>
              <a:noFill/>
            </a:ln>
            <a:effectLst/>
          </p:spPr>
        </p:sp>
        <p:sp>
          <p:nvSpPr>
            <p:cNvPr id="7" name="Freeform 9"/>
            <p:cNvSpPr>
              <a:extLst>
                <a:ext uri="smNativeData">
                  <pr:smNativeData xmlns:pr="smNativeData" xmlns="smNativeData" val="SMDATA_15_9lpfaRMAAAAlAAAACwAAAA0AAAAADhkAAAAAAADBJwAAsw4AAAAAAAAAAAAAAAAAAAEAAABQAAAAAAAAAAAA4D8AAAAAAADgPwAAAAAAAOA/AAAAAAAA4D8AAAAAAADgPwAAAAAAAOA/AAAAAAAA4D8AAAAAAADgPwAAAAAAAOA/AAAAAAAA4D8CAAAAjAAAAAEAAAACAAAA////AP///wgAAAAAAAAAAD0FGSCj8bAH5JJhLcx+bRAB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f20AACowAACFeAAAMDsAAAAAAAAmAAAACAAAAP//////////"/>
                </a:ext>
              </a:extLst>
            </p:cNvSpPr>
            <p:nvPr/>
          </p:nvSpPr>
          <p:spPr>
            <a:xfrm>
              <a:off x="17799685" y="7829550"/>
              <a:ext cx="1791970" cy="1791970"/>
            </a:xfrm>
            <a:custGeom>
              <a:avLst/>
              <a:gdLst/>
              <a:ahLst/>
              <a:cxnLst/>
              <a:rect l="0" t="0" r="1791970" b="1791970"/>
              <a:pathLst>
                <a:path w="1791970" h="1791970">
                  <a:moveTo>
                    <a:pt x="0" y="0"/>
                  </a:moveTo>
                  <a:lnTo>
                    <a:pt x="1791970" y="0"/>
                  </a:lnTo>
                  <a:lnTo>
                    <a:pt x="1791970" y="1791970"/>
                  </a:lnTo>
                  <a:lnTo>
                    <a:pt x="0" y="1791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stretch/>
            </a:blipFill>
            <a:ln>
              <a:noFill/>
            </a:ln>
            <a:effectLst/>
          </p:spPr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bg>
      <p:bgPr>
        <a:solidFill>
          <a:srgbClr val="0A1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extLst>
              <a:ext uri="smNativeData">
                <pr:smNativeData xmlns:pr="smNativeData" xmlns="smNativeData" val="SMDATA_6_9lpfaRMAAAAlAAAAAQAAAA8BAAAAkAAAAEgAAACQAAAASAAAAAAAAAAAAAAAAAAAABcAAAAUAAAAAAAAAAAAAAD/fwAA/38AAAAAAAAJAAAABAAAAAG6AAYfAAAAVAAAAAAAAAAAAAAAAAAAAAAAAAAAAAAAAAAAAAAAAAAAAAAAAAAAAAAAAAAAAAAAAAAAAAAAAAAAAAAAAAAAAAAAAAAAAAAAAAAAAAAAAAAAAAAAAAAAACEAAAAYAAAAFAAAABoEAACkHwAAxRwAANI4AAAQAAAAJgAAAAgAAAD/////AAAAAA=="/>
              </a:ext>
            </a:extLst>
          </p:cNvGrpSpPr>
          <p:nvPr/>
        </p:nvGrpSpPr>
        <p:grpSpPr>
          <a:xfrm>
            <a:off x="666750" y="5143500"/>
            <a:ext cx="4010025" cy="4093210"/>
            <a:chOff x="666750" y="5143500"/>
            <a:chExt cx="4010025" cy="4093210"/>
          </a:xfrm>
        </p:grpSpPr>
        <p:sp>
          <p:nvSpPr>
            <p:cNvPr id="4" name="TextBox 3"/>
            <p:cNvSpPr>
              <a:extLst>
                <a:ext uri="smNativeData">
                  <pr:smNativeData xmlns:pr="smNativeData" xmlns="smNativeData" val="SMDATA_15_9lpfaR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Px4EDc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GgQAAO0kAADFHAAA0jgAAAAgAAAmAAAACAAAAP//////////"/>
                </a:ext>
              </a:extLst>
            </p:cNvSpPr>
            <p:nvPr/>
          </p:nvSpPr>
          <p:spPr>
            <a:xfrm>
              <a:off x="666750" y="6002655"/>
              <a:ext cx="4010025" cy="323405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0" rIns="0" bIns="0" numCol="1" spcCol="215900" anchor="t"/>
            <a:lstStyle/>
            <a:p>
              <a:pPr marL="0" indent="0" algn="l">
                <a:lnSpc>
                  <a:spcPts val="2865"/>
                </a:lnSpc>
                <a:defRPr lang="en-us"/>
              </a:pPr>
              <a:r>
                <a:rPr lang="en-us" sz="2045" cap="none">
                  <a:solidFill>
                    <a:srgbClr val="DCEEFF"/>
                  </a:solidFill>
                  <a:latin typeface="TT Fors" pitchFamily="0" charset="0"/>
                  <a:ea typeface="TT Fors" pitchFamily="0" charset="0"/>
                  <a:cs typeface="TT Fors" pitchFamily="0" charset="0"/>
                </a:rPr>
                <a:t>Differential Privacy Stochastic Gradient Descent (DP-SGD) enhances local training by introducing noise, ensuring models learn from data while maintaining user privacy and safeguarding sensitive medical information from potential breaches.</a:t>
              </a:r>
              <a:endParaRPr lang="en-us" sz="2045" cap="none">
                <a:solidFill>
                  <a:srgbClr val="DCEEFF"/>
                </a:solidFill>
                <a:latin typeface="TT Fors" pitchFamily="0" charset="0"/>
                <a:ea typeface="TT Fors" pitchFamily="0" charset="0"/>
                <a:cs typeface="TT Fors" pitchFamily="0" charset="0"/>
              </a:endParaRPr>
            </a:p>
          </p:txBody>
        </p:sp>
        <p:sp>
          <p:nvSpPr>
            <p:cNvPr id="3" name="TextBox 4"/>
            <p:cNvSpPr>
              <a:extLst>
                <a:ext uri="smNativeData">
                  <pr:smNativeData xmlns:pr="smNativeData" xmlns="smNativeData" val="SMDATA_15_9lpfaR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GYy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GgQAACgfAADFHAAAACIAAAAgAAAmAAAACAAAAP//////////"/>
                </a:ext>
              </a:extLst>
            </p:cNvSpPr>
            <p:nvPr/>
          </p:nvSpPr>
          <p:spPr>
            <a:xfrm>
              <a:off x="666750" y="5064760"/>
              <a:ext cx="4010025" cy="46228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0" rIns="0" bIns="0" numCol="1" spcCol="215900" anchor="t"/>
            <a:lstStyle/>
            <a:p>
              <a:pPr marL="0" indent="0" algn="l">
                <a:lnSpc>
                  <a:spcPts val="3545"/>
                </a:lnSpc>
                <a:spcBef>
                  <a:spcPts val="0"/>
                </a:spcBef>
                <a:defRPr lang="en-us"/>
              </a:pPr>
              <a:r>
                <a:rPr lang="en-us" sz="2535" cap="none" spc="-16">
                  <a:solidFill>
                    <a:srgbClr val="DCEEFF"/>
                  </a:solidFill>
                  <a:latin typeface="ITC Avant Garde Gothic" pitchFamily="0" charset="0"/>
                  <a:ea typeface="ITC Avant Garde Gothic" pitchFamily="0" charset="0"/>
                  <a:cs typeface="ITC Avant Garde Gothic" pitchFamily="0" charset="0"/>
                </a:rPr>
                <a:t>DP-SGD</a:t>
              </a:r>
              <a:endParaRPr lang="en-us" sz="2535" cap="none" spc="-16">
                <a:solidFill>
                  <a:srgbClr val="DCEEFF"/>
                </a:solidFill>
                <a:latin typeface="ITC Avant Garde Gothic" pitchFamily="0" charset="0"/>
                <a:ea typeface="ITC Avant Garde Gothic" pitchFamily="0" charset="0"/>
                <a:cs typeface="ITC Avant Garde Gothic" pitchFamily="0" charset="0"/>
              </a:endParaRPr>
            </a:p>
          </p:txBody>
        </p:sp>
      </p:grpSp>
      <p:grpSp>
        <p:nvGrpSpPr>
          <p:cNvPr id="5" name="Group 5"/>
          <p:cNvGrpSpPr>
            <a:extLst>
              <a:ext uri="smNativeData">
                <pr:smNativeData xmlns:pr="smNativeData" xmlns="smNativeData" val="SMDATA_6_9lpfaRMAAAAlAAAAAQAAAA8BAAAAkAAAAEgAAACQAAAASAAAAAAAAAAAAAAAAAAAABcAAAAUAAAAAAAAAAAAAAD/fwAA/38AAAAAAAAJAAAABAAAAH8hAAAfAAAAVAAAAAAAAAAAAAAAAAAAAAAAAAAAAAAAAAAAAAAAAAAAAAAAAAAAAAAAAAAAAAAAAAAAAAAAAAAAAAAAAAAAAAAAAAAAAAAAAAAAAAAAAAAAAAAAAAAAACEAAAAYAAAAFAAAAH4nAACkHwAAKUAAANI4AAAQAAAAJgAAAAgAAAD/////AAAAAA=="/>
              </a:ext>
            </a:extLst>
          </p:cNvGrpSpPr>
          <p:nvPr/>
        </p:nvGrpSpPr>
        <p:grpSpPr>
          <a:xfrm>
            <a:off x="6419850" y="5143500"/>
            <a:ext cx="4010025" cy="4093210"/>
            <a:chOff x="6419850" y="5143500"/>
            <a:chExt cx="4010025" cy="4093210"/>
          </a:xfrm>
        </p:grpSpPr>
        <p:sp>
          <p:nvSpPr>
            <p:cNvPr id="7" name="TextBox 6"/>
            <p:cNvSpPr>
              <a:extLst>
                <a:ext uri="smNativeData">
                  <pr:smNativeData xmlns:pr="smNativeData" xmlns="smNativeData" val="SMDATA_15_9lpfaR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OAd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ficAAO0kAAApQAAA0jgAAAAgAAAmAAAACAAAAP//////////"/>
                </a:ext>
              </a:extLst>
            </p:cNvSpPr>
            <p:nvPr/>
          </p:nvSpPr>
          <p:spPr>
            <a:xfrm>
              <a:off x="6419850" y="6002655"/>
              <a:ext cx="4010025" cy="323405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0" rIns="0" bIns="0" numCol="1" spcCol="215900" anchor="t"/>
            <a:lstStyle/>
            <a:p>
              <a:pPr marL="0" indent="0" algn="l">
                <a:lnSpc>
                  <a:spcPts val="2865"/>
                </a:lnSpc>
                <a:defRPr lang="en-us"/>
              </a:pPr>
              <a:r>
                <a:rPr lang="en-us" sz="2045" cap="none">
                  <a:solidFill>
                    <a:srgbClr val="DCEEFF"/>
                  </a:solidFill>
                  <a:latin typeface="TT Fors" pitchFamily="0" charset="0"/>
                  <a:ea typeface="TT Fors" pitchFamily="0" charset="0"/>
                  <a:cs typeface="TT Fors" pitchFamily="0" charset="0"/>
                </a:rPr>
                <a:t>Secure aggregation methods ensure that model updates are combined without revealing individual data contributions, thus preserving privacy and enabling collaborative efforts among healthcare institutions without compromising sensitive patient information.</a:t>
              </a:r>
              <a:endParaRPr lang="en-us" sz="2045" cap="none">
                <a:solidFill>
                  <a:srgbClr val="DCEEFF"/>
                </a:solidFill>
                <a:latin typeface="TT Fors" pitchFamily="0" charset="0"/>
                <a:ea typeface="TT Fors" pitchFamily="0" charset="0"/>
                <a:cs typeface="TT Fors" pitchFamily="0" charset="0"/>
              </a:endParaRPr>
            </a:p>
          </p:txBody>
        </p:sp>
        <p:sp>
          <p:nvSpPr>
            <p:cNvPr id="6" name="TextBox 7"/>
            <p:cNvSpPr>
              <a:extLst>
                <a:ext uri="smNativeData">
                  <pr:smNativeData xmlns:pr="smNativeData" xmlns="smNativeData" val="SMDATA_15_9lpfaR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EIN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ficAACgfAAApQAAAACIAAAAgAAAmAAAACAAAAP//////////"/>
                </a:ext>
              </a:extLst>
            </p:cNvSpPr>
            <p:nvPr/>
          </p:nvSpPr>
          <p:spPr>
            <a:xfrm>
              <a:off x="6419850" y="5064760"/>
              <a:ext cx="4010025" cy="46228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0" rIns="0" bIns="0" numCol="1" spcCol="215900" anchor="t"/>
            <a:lstStyle/>
            <a:p>
              <a:pPr marL="0" indent="0" algn="l">
                <a:lnSpc>
                  <a:spcPts val="3545"/>
                </a:lnSpc>
                <a:spcBef>
                  <a:spcPts val="0"/>
                </a:spcBef>
                <a:defRPr lang="en-us"/>
              </a:pPr>
              <a:r>
                <a:rPr lang="en-us" sz="2535" cap="none" spc="-16">
                  <a:solidFill>
                    <a:srgbClr val="DCEEFF"/>
                  </a:solidFill>
                  <a:latin typeface="ITC Avant Garde Gothic" pitchFamily="0" charset="0"/>
                  <a:ea typeface="ITC Avant Garde Gothic" pitchFamily="0" charset="0"/>
                  <a:cs typeface="ITC Avant Garde Gothic" pitchFamily="0" charset="0"/>
                </a:rPr>
                <a:t>Secure Aggregation</a:t>
              </a:r>
              <a:endParaRPr lang="en-us" sz="2535" cap="none" spc="-16">
                <a:solidFill>
                  <a:srgbClr val="DCEEFF"/>
                </a:solidFill>
                <a:latin typeface="ITC Avant Garde Gothic" pitchFamily="0" charset="0"/>
                <a:ea typeface="ITC Avant Garde Gothic" pitchFamily="0" charset="0"/>
                <a:cs typeface="ITC Avant Garde Gothic" pitchFamily="0" charset="0"/>
              </a:endParaRPr>
            </a:p>
          </p:txBody>
        </p:sp>
      </p:grpSp>
      <p:grpSp>
        <p:nvGrpSpPr>
          <p:cNvPr id="8" name="Group 8"/>
          <p:cNvGrpSpPr>
            <a:extLst>
              <a:ext uri="smNativeData">
                <pr:smNativeData xmlns:pr="smNativeData" xmlns="smNativeData" val="SMDATA_6_9lpfaRMAAAAlAAAAAQAAAA8BAAAAkAAAAEgAAACQAAAASAAAAAAAAAAAAAAAAAAAABcAAAAUAAAAAAAAAAAAAAD/fwAA/38AAAAAAAAJAAAABAAAAAEyAAAfAAAAVAAAAAAAAAAAAAAAAAAAAAAAAAAAAAAAAAAAAAAAAAAAAAAAAAAAAAAAAAAAAAAAAAAAAAAAAAAAAAAAAAAAAAAAAAAAAAAAAAAAAAAAAAAAAAAAAAAAACEAAAAYAAAAFAAAAOJKAACkHwAAjWMAANI4AAAQAAAAJgAAAAgAAAD/////AAAAAA=="/>
              </a:ext>
            </a:extLst>
          </p:cNvGrpSpPr>
          <p:nvPr/>
        </p:nvGrpSpPr>
        <p:grpSpPr>
          <a:xfrm>
            <a:off x="12172950" y="5143500"/>
            <a:ext cx="4010025" cy="4093210"/>
            <a:chOff x="12172950" y="5143500"/>
            <a:chExt cx="4010025" cy="4093210"/>
          </a:xfrm>
        </p:grpSpPr>
        <p:sp>
          <p:nvSpPr>
            <p:cNvPr id="10" name="TextBox 9"/>
            <p:cNvSpPr>
              <a:extLst>
                <a:ext uri="smNativeData">
                  <pr:smNativeData xmlns:pr="smNativeData" xmlns="smNativeData" val="SMDATA_15_9lpfaR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Dc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4koAAO0kAACNYwAA0jgAAAAgAAAmAAAACAAAAP//////////"/>
                </a:ext>
              </a:extLst>
            </p:cNvSpPr>
            <p:nvPr/>
          </p:nvSpPr>
          <p:spPr>
            <a:xfrm>
              <a:off x="12172950" y="6002655"/>
              <a:ext cx="4010025" cy="323405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0" rIns="0" bIns="0" numCol="1" spcCol="215900" anchor="t"/>
            <a:lstStyle/>
            <a:p>
              <a:pPr marL="0" indent="0" algn="l">
                <a:lnSpc>
                  <a:spcPts val="2865"/>
                </a:lnSpc>
                <a:defRPr lang="en-us"/>
              </a:pPr>
              <a:r>
                <a:rPr lang="en-us" sz="2045" cap="none">
                  <a:solidFill>
                    <a:srgbClr val="DCEEFF"/>
                  </a:solidFill>
                  <a:latin typeface="TT Fors" pitchFamily="0" charset="0"/>
                  <a:ea typeface="TT Fors" pitchFamily="0" charset="0"/>
                  <a:cs typeface="TT Fors" pitchFamily="0" charset="0"/>
                </a:rPr>
                <a:t>Evaluating privacy-utility trade-offs allows researchers to balance privacy guarantees with model performance, ensuring that federated learning achieves accurate predictions while still adhering to stringent privacy regulations such as HIPAA and GDPR.</a:t>
              </a:r>
              <a:endParaRPr lang="en-us" sz="2045" cap="none">
                <a:solidFill>
                  <a:srgbClr val="DCEEFF"/>
                </a:solidFill>
                <a:latin typeface="TT Fors" pitchFamily="0" charset="0"/>
                <a:ea typeface="TT Fors" pitchFamily="0" charset="0"/>
                <a:cs typeface="TT Fors" pitchFamily="0" charset="0"/>
              </a:endParaRPr>
            </a:p>
          </p:txBody>
        </p:sp>
        <p:sp>
          <p:nvSpPr>
            <p:cNvPr id="9" name="TextBox 10"/>
            <p:cNvSpPr>
              <a:extLst>
                <a:ext uri="smNativeData">
                  <pr:smNativeData xmlns:pr="smNativeData" xmlns="smNativeData" val="SMDATA_15_9lpfaR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P4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4koAACgfAACNYwAAACIAAAAgAAAmAAAACAAAAP//////////"/>
                </a:ext>
              </a:extLst>
            </p:cNvSpPr>
            <p:nvPr/>
          </p:nvSpPr>
          <p:spPr>
            <a:xfrm>
              <a:off x="12172950" y="5064760"/>
              <a:ext cx="4010025" cy="46228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0" rIns="0" bIns="0" numCol="1" spcCol="215900" anchor="t"/>
            <a:lstStyle/>
            <a:p>
              <a:pPr marL="0" indent="0" algn="l">
                <a:lnSpc>
                  <a:spcPts val="3545"/>
                </a:lnSpc>
                <a:spcBef>
                  <a:spcPts val="0"/>
                </a:spcBef>
                <a:defRPr lang="en-us"/>
              </a:pPr>
              <a:r>
                <a:rPr lang="en-us" sz="2535" cap="none" spc="-16">
                  <a:solidFill>
                    <a:srgbClr val="DCEEFF"/>
                  </a:solidFill>
                  <a:latin typeface="ITC Avant Garde Gothic" pitchFamily="0" charset="0"/>
                  <a:ea typeface="ITC Avant Garde Gothic" pitchFamily="0" charset="0"/>
                  <a:cs typeface="ITC Avant Garde Gothic" pitchFamily="0" charset="0"/>
                </a:rPr>
                <a:t>Privacy-Utility Trade-Offs</a:t>
              </a:r>
              <a:endParaRPr lang="en-us" sz="2535" cap="none" spc="-16">
                <a:solidFill>
                  <a:srgbClr val="DCEEFF"/>
                </a:solidFill>
                <a:latin typeface="ITC Avant Garde Gothic" pitchFamily="0" charset="0"/>
                <a:ea typeface="ITC Avant Garde Gothic" pitchFamily="0" charset="0"/>
                <a:cs typeface="ITC Avant Garde Gothic" pitchFamily="0" charset="0"/>
              </a:endParaRPr>
            </a:p>
          </p:txBody>
        </p:sp>
      </p:grpSp>
      <p:grpSp>
        <p:nvGrpSpPr>
          <p:cNvPr id="11" name="Group 11"/>
          <p:cNvGrpSpPr>
            <a:extLst>
              <a:ext uri="smNativeData">
                <pr:smNativeData xmlns:pr="smNativeData" xmlns="smNativeData" val="SMDATA_6_9lpfaRMAAAAlAAAAAQAAAA8BAAAAkAAAAEgAAACQAAAASAAAAAAAAAAAAAAAAAAAABcAAAAUAAAAAAAAAAAAAAD/fwAA/38AAAAAAAAJAAAABAAAAGYgAAAfAAAAVAAAAAAAAAAAAAAAAAAAAAAAAAAAAAAAAAAAAAAAAAAAAAAAAAAAAAAAAAAAAAAAAAAAAAAAAAAAAAAAAAAAAAAAAAAAAAAAAAAAAAAAAAAAAAAAAAAAACEAAAAYAAAAFAAAABoEAAAaBAAAAkkAAJ0XAAAQAAAAJgAAAAgAAAD/////AAAAAA=="/>
              </a:ext>
            </a:extLst>
          </p:cNvGrpSpPr>
          <p:nvPr/>
        </p:nvGrpSpPr>
        <p:grpSpPr>
          <a:xfrm>
            <a:off x="666750" y="666750"/>
            <a:ext cx="11201400" cy="3171825"/>
            <a:chOff x="666750" y="666750"/>
            <a:chExt cx="11201400" cy="3171825"/>
          </a:xfrm>
        </p:grpSpPr>
        <p:sp>
          <p:nvSpPr>
            <p:cNvPr id="13" name="TextBox 12"/>
            <p:cNvSpPr>
              <a:extLst>
                <a:ext uri="smNativeData">
                  <pr:smNativeData xmlns:pr="smNativeData" xmlns="smNativeData" val="SMDATA_15_9lpfaR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JoP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GgQAAA8EAAACSQAAxhEAAAAgAAAmAAAACAAAAP//////////"/>
                </a:ext>
              </a:extLst>
            </p:cNvSpPr>
            <p:nvPr/>
          </p:nvSpPr>
          <p:spPr>
            <a:xfrm>
              <a:off x="666750" y="659765"/>
              <a:ext cx="11201400" cy="222948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0" rIns="0" bIns="0" numCol="1" spcCol="215900" anchor="t"/>
            <a:lstStyle/>
            <a:p>
              <a:pPr marL="0" indent="0" algn="l">
                <a:lnSpc>
                  <a:spcPts val="8000"/>
                </a:lnSpc>
                <a:spcBef>
                  <a:spcPts val="0"/>
                </a:spcBef>
                <a:defRPr lang="en-us"/>
              </a:pPr>
              <a:r>
                <a:rPr lang="en-us" sz="8000" cap="none" spc="-51">
                  <a:solidFill>
                    <a:srgbClr val="BAE1FF"/>
                  </a:solidFill>
                  <a:latin typeface="ITC Avant Garde Gothic" pitchFamily="0" charset="0"/>
                  <a:ea typeface="ITC Avant Garde Gothic" pitchFamily="0" charset="0"/>
                  <a:cs typeface="ITC Avant Garde Gothic" pitchFamily="0" charset="0"/>
                </a:rPr>
                <a:t>Key Features of ARCH-FL</a:t>
              </a:r>
              <a:endParaRPr lang="en-us" sz="8000" cap="none" spc="-51">
                <a:solidFill>
                  <a:srgbClr val="BAE1FF"/>
                </a:solidFill>
                <a:latin typeface="ITC Avant Garde Gothic" pitchFamily="0" charset="0"/>
                <a:ea typeface="ITC Avant Garde Gothic" pitchFamily="0" charset="0"/>
                <a:cs typeface="ITC Avant Garde Gothic" pitchFamily="0" charset="0"/>
              </a:endParaRPr>
            </a:p>
          </p:txBody>
        </p:sp>
        <p:sp>
          <p:nvSpPr>
            <p:cNvPr id="12" name="TextBox 13"/>
            <p:cNvSpPr>
              <a:extLst>
                <a:ext uri="smNativeData">
                  <pr:smNativeData xmlns:pr="smNativeData" xmlns="smNativeData" val="SMDATA_15_9lpfaR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CM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GgQAAKAUAAAJQgAAnRcAAAAgAAAmAAAACAAAAP//////////"/>
                </a:ext>
              </a:extLst>
            </p:cNvSpPr>
            <p:nvPr/>
          </p:nvSpPr>
          <p:spPr>
            <a:xfrm>
              <a:off x="666750" y="3352800"/>
              <a:ext cx="10067925" cy="48577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0" rIns="0" bIns="0" numCol="1" spcCol="215900" anchor="t"/>
            <a:lstStyle/>
            <a:p>
              <a:pPr marL="0" indent="0" algn="l">
                <a:lnSpc>
                  <a:spcPts val="3835"/>
                </a:lnSpc>
                <a:defRPr lang="en-us"/>
              </a:pPr>
              <a:r>
                <a:rPr lang="en-us" sz="3195" cap="none" spc="-23">
                  <a:solidFill>
                    <a:srgbClr val="577D9A"/>
                  </a:solidFill>
                  <a:latin typeface="TT Fors" pitchFamily="0" charset="0"/>
                  <a:ea typeface="TT Fors" pitchFamily="0" charset="0"/>
                  <a:cs typeface="TT Fors" pitchFamily="0" charset="0"/>
                </a:rPr>
                <a:t>Privacy-Preserving Framework Benefits</a:t>
              </a:r>
              <a:endParaRPr lang="en-us" sz="3195" cap="none" spc="-23">
                <a:solidFill>
                  <a:srgbClr val="577D9A"/>
                </a:solidFill>
                <a:latin typeface="TT Fors" pitchFamily="0" charset="0"/>
                <a:ea typeface="TT Fors" pitchFamily="0" charset="0"/>
                <a:cs typeface="TT Fors" pitchFamily="0" charset="0"/>
              </a:endParaRPr>
            </a:p>
          </p:txBody>
        </p:sp>
      </p:grpSp>
      <p:grpSp>
        <p:nvGrpSpPr>
          <p:cNvPr id="14" name="Group 14"/>
          <p:cNvGrpSpPr>
            <a:extLst>
              <a:ext uri="smNativeData">
                <pr:smNativeData xmlns:pr="smNativeData" xmlns="smNativeData" val="SMDATA_6_9lpfaRMAAAAlAAAAAQAAAA8BAAAAkAAAAEgAAACQAAAASAAAAAAAAAAAAAAAAAAAABcAAAAUAAAAAAAAAAAAAAD/fwAA/38AAAAAAAAJAAAABAAAAAAAAAAfAAAAVAAAAAAAAAAAAAAAAAAAAAAAAAAAAAAAAAAAAAAAAAAAAAAAAAAAAAAAAAAAAAAAAAAAAAAAAAAAAAAAAAAAAAAAAAAAAAAAAAAAAAAAAAAAAAAAAAAAACEAAAAYAAAAFAAAAO1eAAChBAAAZmwAAJwJAAAQAAAAJgAAAAgAAAD/////AAAAAA=="/>
              </a:ext>
            </a:extLst>
          </p:cNvGrpSpPr>
          <p:nvPr/>
        </p:nvGrpSpPr>
        <p:grpSpPr>
          <a:xfrm>
            <a:off x="15431135" y="752475"/>
            <a:ext cx="2190115" cy="809625"/>
            <a:chOff x="15431135" y="752475"/>
            <a:chExt cx="2190115" cy="809625"/>
          </a:xfrm>
        </p:grpSpPr>
        <p:sp>
          <p:nvSpPr>
            <p:cNvPr id="17" name="Freeform 15"/>
            <p:cNvSpPr>
              <a:extLst>
                <a:ext uri="smNativeData">
                  <pr:smNativeData xmlns:pr="smNativeData" xmlns="smNativeData" val="SMDATA_15_9lpfaRMAAAAlAAAACwAAAA0AAAAAAAAAAAAAAACkBgAApAYAAAAAAAAAAAAAAAAAAAEAAABQAAAAAAAAAAAA4D8AAAAAAADgPwAAAAAAAOA/AAAAAAAA4D8AAAAAAADgPwAAAAAAAOA/AAAAAAAA4D8AAAAAAADgPwAAAAAAAOA/AAAAAAAA4D8CAAAAjAAAAAEAAAACAAAA////AP///wgAAAAAAAAAAD0FGSCj8bAH5JJhLcx+bRAB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7V4AAKEEAADoYwAAnAkAAAAAAAAmAAAACAAAAP//////////"/>
                </a:ext>
              </a:extLst>
            </p:cNvSpPr>
            <p:nvPr/>
          </p:nvSpPr>
          <p:spPr>
            <a:xfrm>
              <a:off x="15431135" y="752475"/>
              <a:ext cx="809625" cy="809625"/>
            </a:xfrm>
            <a:custGeom>
              <a:avLst/>
              <a:gdLst/>
              <a:ahLst/>
              <a:cxnLst/>
              <a:rect l="0" t="0" r="809625" b="809625"/>
              <a:pathLst>
                <a:path w="809625" h="809625">
                  <a:moveTo>
                    <a:pt x="0" y="0"/>
                  </a:moveTo>
                  <a:lnTo>
                    <a:pt x="809625" y="0"/>
                  </a:lnTo>
                  <a:lnTo>
                    <a:pt x="809625" y="809625"/>
                  </a:lnTo>
                  <a:lnTo>
                    <a:pt x="0" y="8096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stretch/>
            </a:blipFill>
            <a:ln>
              <a:noFill/>
            </a:ln>
            <a:effectLst/>
          </p:spPr>
        </p:sp>
        <p:sp>
          <p:nvSpPr>
            <p:cNvPr id="16" name="Freeform 16"/>
            <p:cNvSpPr>
              <a:extLst>
                <a:ext uri="smNativeData">
                  <pr:smNativeData xmlns:pr="smNativeData" xmlns="smNativeData" val="SMDATA_15_9lpfaRMAAAAlAAAACwAAAA0AAAAAqQUAAAAAAABODAAApAYAAAAAAAAAAAAAAAAAAAEAAABQAAAAAAAAAAAA4D8AAAAAAADgPwAAAAAAAOA/AAAAAAAA4D8AAAAAAADgPwAAAAAAAOA/AAAAAAAA4D8AAAAAAADgPwAAAAAAAOA/AAAAAAAA4D8CAAAAjAAAAAEAAAACAAAA////AP///wgAAAAAAAAAAD0FGSCj8bAH5JJhLcx+bRAB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LGMAAKEEAAAnaAAAnAkAAAAAAAAmAAAACAAAAP//////////"/>
                </a:ext>
              </a:extLst>
            </p:cNvSpPr>
            <p:nvPr/>
          </p:nvSpPr>
          <p:spPr>
            <a:xfrm>
              <a:off x="16121380" y="752475"/>
              <a:ext cx="809625" cy="809625"/>
            </a:xfrm>
            <a:custGeom>
              <a:avLst/>
              <a:gdLst/>
              <a:ahLst/>
              <a:cxnLst/>
              <a:rect l="0" t="0" r="809625" b="809625"/>
              <a:pathLst>
                <a:path w="809625" h="809625">
                  <a:moveTo>
                    <a:pt x="0" y="0"/>
                  </a:moveTo>
                  <a:lnTo>
                    <a:pt x="809625" y="0"/>
                  </a:lnTo>
                  <a:lnTo>
                    <a:pt x="809625" y="809625"/>
                  </a:lnTo>
                  <a:lnTo>
                    <a:pt x="0" y="8096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stretch/>
            </a:blipFill>
            <a:ln>
              <a:noFill/>
            </a:ln>
            <a:effectLst/>
          </p:spPr>
        </p:sp>
        <p:sp>
          <p:nvSpPr>
            <p:cNvPr id="15" name="Freeform 17"/>
            <p:cNvSpPr>
              <a:extLst>
                <a:ext uri="smNativeData">
                  <pr:smNativeData xmlns:pr="smNativeData" xmlns="smNativeData" val="SMDATA_15_9lpfaRMAAAAlAAAACwAAAA0AAAAAUwsAAAAAAAD3EQAApAYAAAAAAAAAAAAAAAAAAAEAAABQAAAAAAAAAAAA4D8AAAAAAADgPwAAAAAAAOA/AAAAAAAA4D8AAAAAAADgPwAAAAAAAOA/AAAAAAAA4D8AAAAAAADgPwAAAAAAAOA/AAAAAAAA4D8CAAAAjAAAAAEAAAACAAAA////AP///wgAAAAAAAAAAD0FGSCj8bAH5JJhLcx+bRAB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a2cAAKEEAABmbAAAnAkAAAAAAAAmAAAACAAAAP//////////"/>
                </a:ext>
              </a:extLst>
            </p:cNvSpPr>
            <p:nvPr/>
          </p:nvSpPr>
          <p:spPr>
            <a:xfrm>
              <a:off x="16811625" y="752475"/>
              <a:ext cx="809625" cy="809625"/>
            </a:xfrm>
            <a:custGeom>
              <a:avLst/>
              <a:gdLst/>
              <a:ahLst/>
              <a:cxnLst/>
              <a:rect l="0" t="0" r="809625" b="809625"/>
              <a:pathLst>
                <a:path w="809625" h="809625">
                  <a:moveTo>
                    <a:pt x="0" y="0"/>
                  </a:moveTo>
                  <a:lnTo>
                    <a:pt x="809625" y="0"/>
                  </a:lnTo>
                  <a:lnTo>
                    <a:pt x="809625" y="809625"/>
                  </a:lnTo>
                  <a:lnTo>
                    <a:pt x="0" y="8096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stretch/>
            </a:blipFill>
            <a:ln>
              <a:noFill/>
            </a:ln>
            <a:effectLst/>
          </p:spPr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bg>
      <p:bgPr>
        <a:solidFill>
          <a:srgbClr val="0A1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extLst>
              <a:ext uri="smNativeData">
                <pr:smNativeData xmlns:pr="smNativeData" xmlns="smNativeData" val="SMDATA_6_9lpfaRMAAAAlAAAAAQAAAA8BAAAAkAAAAEgAAACQAAAASAAAAAAAAAAAAAAAAAAAABcAAAAUAAAAAAAAAAAAAAD/fwAA/38AAAAAAAAJAAAABAAAAK8hAAAfAAAAVAAAAAAAAAAAAAAAAAAAAAAAAAAAAAAAAAAAAAAAAAAAAAAAAAAAAAAAAAAAAAAAAAAAAAAAAAAAAAAAAAAAAAAAAAAAAAAAAAAAAAAAAAAAAAAAAAAAACEAAAAYAAAAFAAAABoEAAAaBAAAUDcAANcuAAAQAAAAJgAAAAgAAAD/////AAAAAA=="/>
              </a:ext>
            </a:extLst>
          </p:cNvGrpSpPr>
          <p:nvPr/>
        </p:nvGrpSpPr>
        <p:grpSpPr>
          <a:xfrm>
            <a:off x="666750" y="666750"/>
            <a:ext cx="8324850" cy="6947535"/>
            <a:chOff x="666750" y="666750"/>
            <a:chExt cx="8324850" cy="6947535"/>
          </a:xfrm>
        </p:grpSpPr>
        <p:sp>
          <p:nvSpPr>
            <p:cNvPr id="5" name="TextBox 3"/>
            <p:cNvSpPr>
              <a:extLst>
                <a:ext uri="smNativeData">
                  <pr:smNativeData xmlns:pr="smNativeData" xmlns="smNativeData" val="SMDATA_15_9lpfaR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By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GgQAAA8EAABQNwAA/BcAAAAgAAAmAAAACAAAAP//////////"/>
                </a:ext>
              </a:extLst>
            </p:cNvSpPr>
            <p:nvPr/>
          </p:nvSpPr>
          <p:spPr>
            <a:xfrm>
              <a:off x="666750" y="659765"/>
              <a:ext cx="8324850" cy="323913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0" rIns="0" bIns="0" numCol="1" spcCol="215900" anchor="t"/>
            <a:lstStyle/>
            <a:p>
              <a:pPr marL="0" indent="0" algn="l">
                <a:lnSpc>
                  <a:spcPts val="8000"/>
                </a:lnSpc>
                <a:spcBef>
                  <a:spcPts val="0"/>
                </a:spcBef>
                <a:defRPr lang="en-us"/>
              </a:pPr>
              <a:r>
                <a:rPr lang="en-us" sz="8000" cap="none" spc="-51">
                  <a:solidFill>
                    <a:srgbClr val="BAE1FF"/>
                  </a:solidFill>
                  <a:latin typeface="ITC Avant Garde Gothic" pitchFamily="0" charset="0"/>
                  <a:ea typeface="ITC Avant Garde Gothic" pitchFamily="0" charset="0"/>
                  <a:cs typeface="ITC Avant Garde Gothic" pitchFamily="0" charset="0"/>
                </a:rPr>
                <a:t>System Architecture of ARCH-FL</a:t>
              </a:r>
              <a:endParaRPr lang="en-us" sz="8000" cap="none" spc="-51">
                <a:solidFill>
                  <a:srgbClr val="BAE1FF"/>
                </a:solidFill>
                <a:latin typeface="ITC Avant Garde Gothic" pitchFamily="0" charset="0"/>
                <a:ea typeface="ITC Avant Garde Gothic" pitchFamily="0" charset="0"/>
                <a:cs typeface="ITC Avant Garde Gothic" pitchFamily="0" charset="0"/>
              </a:endParaRPr>
            </a:p>
          </p:txBody>
        </p:sp>
        <p:sp>
          <p:nvSpPr>
            <p:cNvPr id="4" name="TextBox 4"/>
            <p:cNvSpPr>
              <a:extLst>
                <a:ext uri="smNativeData">
                  <pr:smNativeData xmlns:pr="smNativeData" xmlns="smNativeData" val="SMDATA_15_9lpfaR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GgQAAB8ZAABQNwAAaxwAAAAgAAAmAAAACAAAAP//////////"/>
                </a:ext>
              </a:extLst>
            </p:cNvSpPr>
            <p:nvPr/>
          </p:nvSpPr>
          <p:spPr>
            <a:xfrm>
              <a:off x="666750" y="4083685"/>
              <a:ext cx="8324850" cy="53594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0" rIns="0" bIns="0" numCol="1" spcCol="215900" anchor="t"/>
            <a:lstStyle/>
            <a:p>
              <a:pPr marL="0" indent="0" algn="l">
                <a:lnSpc>
                  <a:spcPts val="3835"/>
                </a:lnSpc>
                <a:spcBef>
                  <a:spcPts val="0"/>
                </a:spcBef>
                <a:defRPr lang="en-us"/>
              </a:pPr>
              <a:r>
                <a:rPr lang="en-us" sz="3195" cap="none" spc="-21">
                  <a:solidFill>
                    <a:srgbClr val="DCEEFF"/>
                  </a:solidFill>
                  <a:latin typeface="ITC Avant Garde Gothic" pitchFamily="0" charset="0"/>
                  <a:ea typeface="ITC Avant Garde Gothic" pitchFamily="0" charset="0"/>
                  <a:cs typeface="ITC Avant Garde Gothic" pitchFamily="0" charset="0"/>
                </a:rPr>
                <a:t>Overview of the Framework Components</a:t>
              </a:r>
              <a:endParaRPr lang="en-us" sz="3195" cap="none" spc="-21">
                <a:solidFill>
                  <a:srgbClr val="DCEEFF"/>
                </a:solidFill>
                <a:latin typeface="ITC Avant Garde Gothic" pitchFamily="0" charset="0"/>
                <a:ea typeface="ITC Avant Garde Gothic" pitchFamily="0" charset="0"/>
                <a:cs typeface="ITC Avant Garde Gothic" pitchFamily="0" charset="0"/>
              </a:endParaRPr>
            </a:p>
          </p:txBody>
        </p:sp>
        <p:sp>
          <p:nvSpPr>
            <p:cNvPr id="3" name="TextBox 5"/>
            <p:cNvSpPr>
              <a:extLst>
                <a:ext uri="smNativeData">
                  <pr:smNativeData xmlns:pr="smNativeData" xmlns="smNativeData" val="SMDATA_15_9lpfaR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GgQAAEghAAB3LgAA1y4AAAAgAAAmAAAACAAAAP//////////"/>
                </a:ext>
              </a:extLst>
            </p:cNvSpPr>
            <p:nvPr/>
          </p:nvSpPr>
          <p:spPr>
            <a:xfrm>
              <a:off x="666750" y="5410200"/>
              <a:ext cx="6886575" cy="220408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0" rIns="0" bIns="0" numCol="1" spcCol="215900" anchor="t"/>
            <a:lstStyle/>
            <a:p>
              <a:pPr marL="0" indent="0" algn="l">
                <a:lnSpc>
                  <a:spcPts val="2940"/>
                </a:lnSpc>
                <a:spcBef>
                  <a:spcPts val="0"/>
                </a:spcBef>
                <a:defRPr lang="en-us"/>
              </a:pPr>
              <a:r>
                <a:rPr lang="en-us" sz="2100" cap="none">
                  <a:solidFill>
                    <a:srgbClr val="DCEEFF"/>
                  </a:solidFill>
                  <a:latin typeface="TT Fors" pitchFamily="0" charset="0"/>
                  <a:ea typeface="TT Fors" pitchFamily="0" charset="0"/>
                  <a:cs typeface="TT Fors" pitchFamily="0" charset="0"/>
                </a:rPr>
                <a:t>The ARCH-FL framework integrates </a:t>
              </a:r>
              <a:r>
                <a:rPr lang="en-us" sz="2100" b="1" cap="none">
                  <a:solidFill>
                    <a:srgbClr val="DCEEFF"/>
                  </a:solidFill>
                  <a:latin typeface="TT Fors Bold" pitchFamily="0" charset="0"/>
                  <a:ea typeface="TT Fors Bold" pitchFamily="0" charset="0"/>
                  <a:cs typeface="TT Fors Bold" pitchFamily="0" charset="0"/>
                </a:rPr>
                <a:t>differential privacy</a:t>
              </a:r>
              <a:r>
                <a:rPr lang="en-us" sz="2100" cap="none">
                  <a:solidFill>
                    <a:srgbClr val="DCEEFF"/>
                  </a:solidFill>
                  <a:latin typeface="TT Fors" pitchFamily="0" charset="0"/>
                  <a:ea typeface="TT Fors" pitchFamily="0" charset="0"/>
                  <a:cs typeface="TT Fors" pitchFamily="0" charset="0"/>
                </a:rPr>
                <a:t> with federated learning for chest X-ray classification, ensuring secure data handling. Its architecture supports seamless collaboration while maintaining privacy and enhancing diagnostic accuracy.</a:t>
              </a:r>
              <a:endParaRPr lang="en-us" sz="2100" cap="none">
                <a:solidFill>
                  <a:srgbClr val="DCEEFF"/>
                </a:solidFill>
                <a:latin typeface="TT Fors" pitchFamily="0" charset="0"/>
                <a:ea typeface="TT Fors" pitchFamily="0" charset="0"/>
                <a:cs typeface="TT Fors" pitchFamily="0" charset="0"/>
              </a:endParaRPr>
            </a:p>
          </p:txBody>
        </p:sp>
      </p:grpSp>
      <p:grpSp>
        <p:nvGrpSpPr>
          <p:cNvPr id="6" name="Group 6"/>
          <p:cNvGrpSpPr>
            <a:extLst>
              <a:ext uri="smNativeData">
                <pr:smNativeData xmlns:pr="smNativeData" xmlns="smNativeData" val="SMDATA_6_9lpfaRMAAAAlAAAAAQAAAA8BAAAAkAAAAEgAAACQAAAASAAAAAAAAAAAAAAAAAAAABcAAAAUAAAAAAAAAAAAAAD/fwAA/38AAAAAAAAJAAAABAAAAMIwAAAfAAAAVAAAAAAAAAAAAAAAAAAAAAAAAAAAAAAAAAAAAAAAAAAAAAAAAAAAAAAAAAAAAAAAAAAAAAAAAAAAAAAAAAAAAAAAAAAAAAAAAAAAAAAAAAAAAAAAAAAAACEAAAAYAAAAFAAAAAlCAAAAAAAAgHAAAEg/AAAQAAAAJgAAAAgAAAD/////AAAAAA=="/>
              </a:ext>
            </a:extLst>
          </p:cNvGrpSpPr>
          <p:nvPr/>
        </p:nvGrpSpPr>
        <p:grpSpPr>
          <a:xfrm>
            <a:off x="10734675" y="0"/>
            <a:ext cx="7553325" cy="10287000"/>
            <a:chOff x="10734675" y="0"/>
            <a:chExt cx="7553325" cy="10287000"/>
          </a:xfrm>
        </p:grpSpPr>
        <p:sp>
          <p:nvSpPr>
            <p:cNvPr id="7" name="Freeform 7"/>
            <p:cNvSpPr>
              <a:extLst>
                <a:ext uri="smNativeData">
                  <pr:smNativeData xmlns:pr="smNativeData" xmlns="smNativeData" val="SMDATA_15_9lpfaRMAAAAlAAAACwAAAA0AAAAAAAAAAAAAAAAzBwAAzgkAAAAAAAAAAAAAAAAAAAEAAABQAAAAAAAAAAAA4D8AAAAAAADgPwAAAAAAAOA/AAAAAAAA4D8AAAAAAADgPwAAAAAAAOA/AAAAAAAA4D8AAAAAAADgPwAAAAAAAOA/AAAAAAAA4D8CAAAAjAAAAAEAAAACAAAA////AP///wgAAAAAAAAAAABoPBN9Si4syz7bY1iGEz4B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7P///wAAAADs////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CUIAAAAAAACAcAAASD8AAAAAAAAmAAAACAAAAP//////////"/>
                </a:ext>
              </a:extLst>
            </p:cNvSpPr>
            <p:nvPr/>
          </p:nvSpPr>
          <p:spPr>
            <a:xfrm>
              <a:off x="10734675" y="0"/>
              <a:ext cx="7553325" cy="10287000"/>
            </a:xfrm>
            <a:custGeom>
              <a:avLst/>
              <a:gdLst/>
              <a:ahLst/>
              <a:cxnLst/>
              <a:rect l="0" t="0" r="7553325" b="10287000"/>
              <a:pathLst>
                <a:path w="7553325" h="10287000">
                  <a:moveTo>
                    <a:pt x="0" y="0"/>
                  </a:moveTo>
                  <a:lnTo>
                    <a:pt x="7553325" y="0"/>
                  </a:lnTo>
                  <a:lnTo>
                    <a:pt x="7553325" y="10287000"/>
                  </a:lnTo>
                  <a:lnTo>
                    <a:pt x="0" y="10287000"/>
                  </a:lnTo>
                  <a:close/>
                </a:path>
              </a:pathLst>
            </a:custGeom>
            <a:blipFill>
              <a:blip r:embed="rId2"/>
              <a:srcRect/>
              <a:stretch>
                <a:fillRect l="0" t="-200" r="0" b="-200"/>
              </a:stretch>
            </a:blipFill>
            <a:ln>
              <a:noFill/>
            </a:ln>
            <a:effectLst/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 advAuto="0"/>
    </p:bldLst>
    <p:extLst>
      <p:ext uri="smNativeData">
        <pr:smNativeData xmlns:pr="smNativeData" xmlns="smNativeData" val="9lpfaQEAAAAFAAAA/f///wEAAABGAAAABgAAAAAAAAAAAAAAAAAAAA=="/>
      </p:ext>
    </p:extLst>
  </p:timing>
</p:sld>
</file>

<file path=ppt/slides/slide12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bg>
      <p:bgPr>
        <a:solidFill>
          <a:srgbClr val="0A1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extLst>
              <a:ext uri="smNativeData">
                <pr:smNativeData xmlns:pr="smNativeData" xmlns="smNativeData" val="SMDATA_6_9lpfaRMAAAAlAAAAAQAAAA8BAAAAkAAAAEgAAACQAAAASAAAAAAAAAAAAAAAAAAAABcAAAAUAAAAAAAAAAAAAAD/fwAA/38AAAAAAAAJAAAABAAAAKQFAAAfAAAAVAAAAAAAAAAAAAAAAAAAAAAAAAAAAAAAAAAAAAAAAAAAAAAAAAAAAAAAAAAAAAAAAAAAAAAAAAAAAAAAAAAAAAAAAAAAAAAAAAAAAAAAAAAAAAAAAAAAACEAAAAYAAAAFAAAABoEAAAaBAAAAkkAAJ0XAAAQAAAAJgAAAAgAAAD/////AAAAAA=="/>
              </a:ext>
            </a:extLst>
          </p:cNvGrpSpPr>
          <p:nvPr/>
        </p:nvGrpSpPr>
        <p:grpSpPr>
          <a:xfrm>
            <a:off x="666750" y="666750"/>
            <a:ext cx="11201400" cy="3171825"/>
            <a:chOff x="666750" y="666750"/>
            <a:chExt cx="11201400" cy="3171825"/>
          </a:xfrm>
        </p:grpSpPr>
        <p:sp>
          <p:nvSpPr>
            <p:cNvPr id="4" name="TextBox 3"/>
            <p:cNvSpPr>
              <a:extLst>
                <a:ext uri="smNativeData">
                  <pr:smNativeData xmlns:pr="smNativeData" xmlns="smNativeData" val="SMDATA_15_9lpfaR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EAA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GgQAAA8EAAACSQAAxhEAAAAgAAAmAAAACAAAAP//////////"/>
                </a:ext>
              </a:extLst>
            </p:cNvSpPr>
            <p:nvPr/>
          </p:nvSpPr>
          <p:spPr>
            <a:xfrm>
              <a:off x="666750" y="659765"/>
              <a:ext cx="11201400" cy="222948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0" rIns="0" bIns="0" numCol="1" spcCol="215900" anchor="t"/>
            <a:lstStyle/>
            <a:p>
              <a:pPr marL="0" indent="0" algn="l">
                <a:lnSpc>
                  <a:spcPts val="8000"/>
                </a:lnSpc>
                <a:spcBef>
                  <a:spcPts val="0"/>
                </a:spcBef>
                <a:defRPr lang="en-us"/>
              </a:pPr>
              <a:r>
                <a:rPr lang="en-us" sz="8000" cap="none" spc="-51">
                  <a:solidFill>
                    <a:srgbClr val="BAE1FF"/>
                  </a:solidFill>
                  <a:latin typeface="ITC Avant Garde Gothic" pitchFamily="0" charset="0"/>
                  <a:ea typeface="ITC Avant Garde Gothic" pitchFamily="0" charset="0"/>
                  <a:cs typeface="ITC Avant Garde Gothic" pitchFamily="0" charset="0"/>
                </a:rPr>
                <a:t>Research Methodology Overview</a:t>
              </a:r>
              <a:endParaRPr lang="en-us" sz="8000" cap="none" spc="-51">
                <a:solidFill>
                  <a:srgbClr val="BAE1FF"/>
                </a:solidFill>
                <a:latin typeface="ITC Avant Garde Gothic" pitchFamily="0" charset="0"/>
                <a:ea typeface="ITC Avant Garde Gothic" pitchFamily="0" charset="0"/>
                <a:cs typeface="ITC Avant Garde Gothic" pitchFamily="0" charset="0"/>
              </a:endParaRPr>
            </a:p>
          </p:txBody>
        </p:sp>
        <p:sp>
          <p:nvSpPr>
            <p:cNvPr id="3" name="TextBox 4"/>
            <p:cNvSpPr>
              <a:extLst>
                <a:ext uri="smNativeData">
                  <pr:smNativeData xmlns:pr="smNativeData" xmlns="smNativeData" val="SMDATA_15_9lpfaR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JpR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GgQAAKAUAAApQAAAnRcAAAAgAAAmAAAACAAAAP//////////"/>
                </a:ext>
              </a:extLst>
            </p:cNvSpPr>
            <p:nvPr/>
          </p:nvSpPr>
          <p:spPr>
            <a:xfrm>
              <a:off x="666750" y="3352800"/>
              <a:ext cx="9763125" cy="48577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0" rIns="0" bIns="0" numCol="1" spcCol="215900" anchor="t"/>
            <a:lstStyle/>
            <a:p>
              <a:pPr marL="0" indent="0" algn="l">
                <a:lnSpc>
                  <a:spcPts val="3835"/>
                </a:lnSpc>
                <a:spcBef>
                  <a:spcPts val="0"/>
                </a:spcBef>
                <a:defRPr lang="en-us"/>
              </a:pPr>
              <a:r>
                <a:rPr lang="en-us" sz="3195" cap="none" spc="-23">
                  <a:solidFill>
                    <a:srgbClr val="DCEEFF"/>
                  </a:solidFill>
                  <a:latin typeface="TT Fors" pitchFamily="0" charset="0"/>
                  <a:ea typeface="TT Fors" pitchFamily="0" charset="0"/>
                  <a:cs typeface="TT Fors" pitchFamily="0" charset="0"/>
                </a:rPr>
                <a:t>Phases and design elements</a:t>
              </a:r>
              <a:endParaRPr lang="en-us" sz="3195" cap="none" spc="-23">
                <a:solidFill>
                  <a:srgbClr val="DCEEFF"/>
                </a:solidFill>
                <a:latin typeface="TT Fors" pitchFamily="0" charset="0"/>
                <a:ea typeface="TT Fors" pitchFamily="0" charset="0"/>
                <a:cs typeface="TT Fors" pitchFamily="0" charset="0"/>
              </a:endParaRPr>
            </a:p>
          </p:txBody>
        </p:sp>
      </p:grpSp>
      <p:grpSp>
        <p:nvGrpSpPr>
          <p:cNvPr id="5" name="Group 5"/>
          <p:cNvGrpSpPr>
            <a:extLst>
              <a:ext uri="smNativeData">
                <pr:smNativeData xmlns:pr="smNativeData" xmlns="smNativeData" val="SMDATA_6_9lpfaRMAAAAlAAAAAQAAAA8BAAAAkAAAAEgAAACQAAAASAAAAAAAAAAAAAAAAAAAABcAAAAUAAAAAAAAAAAAAAD/fwAA/38AAAAAAAAJAAAABAAAAAAkAEYfAAAAVAAAAAAAAAAAAAAAAAAAAAAAAAAAAAAAAAAAAAAAAAAAAAAAAAAAAAAAAAAAAAAAAAAAAAAAAAAAAAAAAAAAAAAAAAAAAAAAAAAAAAAAAAAAAAAAAAAAACEAAAAYAAAAFAAAALRaAAAqMAAAhXgAADA7AAAQAAAAJgAAAAgAAAD/////AAAAAA=="/>
              </a:ext>
            </a:extLst>
          </p:cNvGrpSpPr>
          <p:nvPr/>
        </p:nvGrpSpPr>
        <p:grpSpPr>
          <a:xfrm>
            <a:off x="14744700" y="7829550"/>
            <a:ext cx="4846955" cy="1791970"/>
            <a:chOff x="14744700" y="7829550"/>
            <a:chExt cx="4846955" cy="1791970"/>
          </a:xfrm>
        </p:grpSpPr>
        <p:sp>
          <p:nvSpPr>
            <p:cNvPr id="8" name="Freeform 6"/>
            <p:cNvSpPr>
              <a:extLst>
                <a:ext uri="smNativeData">
                  <pr:smNativeData xmlns:pr="smNativeData" xmlns="smNativeData" val="SMDATA_15_9lpfaRMAAAAlAAAACwAAAA0AAAAAAAAAAAAAAACzDgAAsw4AAAAAAAAAAAAAAAAAAAEAAABQAAAAAAAAAAAA4D8AAAAAAADgPwAAAAAAAOA/AAAAAAAA4D8AAAAAAADgPwAAAAAAAOA/AAAAAAAA4D8AAAAAAADgPwAAAAAAAOA/AAAAAAAA4D8CAAAAjAAAAAEAAAACAAAA////AP///wgAAAAAAAAAAD0FGSCj8bAH5JJhLcx+bRAB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JB2Dzc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tFoAACowAAC6ZQAAMDsAAAAAAAAmAAAACAAAAP//////////"/>
                </a:ext>
              </a:extLst>
            </p:cNvSpPr>
            <p:nvPr/>
          </p:nvSpPr>
          <p:spPr>
            <a:xfrm>
              <a:off x="14744700" y="7829550"/>
              <a:ext cx="1791970" cy="1791970"/>
            </a:xfrm>
            <a:custGeom>
              <a:avLst/>
              <a:gdLst/>
              <a:ahLst/>
              <a:cxnLst/>
              <a:rect l="0" t="0" r="1791970" b="1791970"/>
              <a:pathLst>
                <a:path w="1791970" h="1791970">
                  <a:moveTo>
                    <a:pt x="0" y="0"/>
                  </a:moveTo>
                  <a:lnTo>
                    <a:pt x="1791970" y="0"/>
                  </a:lnTo>
                  <a:lnTo>
                    <a:pt x="1791970" y="1791970"/>
                  </a:lnTo>
                  <a:lnTo>
                    <a:pt x="0" y="1791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stretch/>
            </a:blipFill>
            <a:ln>
              <a:noFill/>
            </a:ln>
            <a:effectLst/>
          </p:spPr>
        </p:sp>
        <p:sp>
          <p:nvSpPr>
            <p:cNvPr id="7" name="Freeform 7"/>
            <p:cNvSpPr>
              <a:extLst>
                <a:ext uri="smNativeData">
                  <pr:smNativeData xmlns:pr="smNativeData" xmlns="smNativeData" val="SMDATA_15_9lpfaRMAAAAlAAAACwAAAA0AAAAAhwwAAAAAAAA6GwAAsw4AAAAAAAAAAAAAAAAAAAEAAABQAAAAAAAAAAAA4D8AAAAAAADgPwAAAAAAAOA/AAAAAAAA4D8AAAAAAADgPwAAAAAAAOA/AAAAAAAA4D8AAAAAAADgPwAAAAAAAOA/AAAAAAAA4D8CAAAAjAAAAAEAAAACAAAA////AP///wgAAAAAAAAAAD0FGSCj8bAH5JJhLcx+bRAB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DMDAQ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GWQAACowAAAgbwAAMDsAAAAAAAAmAAAACAAAAP//////////"/>
                </a:ext>
              </a:extLst>
            </p:cNvSpPr>
            <p:nvPr/>
          </p:nvSpPr>
          <p:spPr>
            <a:xfrm>
              <a:off x="16271875" y="7829550"/>
              <a:ext cx="1792605" cy="1791970"/>
            </a:xfrm>
            <a:custGeom>
              <a:avLst/>
              <a:gdLst/>
              <a:ahLst/>
              <a:cxnLst/>
              <a:rect l="0" t="0" r="1792605" b="1791970"/>
              <a:pathLst>
                <a:path w="1792605" h="1791970">
                  <a:moveTo>
                    <a:pt x="0" y="0"/>
                  </a:moveTo>
                  <a:lnTo>
                    <a:pt x="1792605" y="0"/>
                  </a:lnTo>
                  <a:lnTo>
                    <a:pt x="1792605" y="1791970"/>
                  </a:lnTo>
                  <a:lnTo>
                    <a:pt x="0" y="1791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stretch/>
            </a:blipFill>
            <a:ln>
              <a:noFill/>
            </a:ln>
            <a:effectLst/>
          </p:spPr>
        </p:sp>
        <p:sp>
          <p:nvSpPr>
            <p:cNvPr id="6" name="Freeform 8"/>
            <p:cNvSpPr>
              <a:extLst>
                <a:ext uri="smNativeData">
                  <pr:smNativeData xmlns:pr="smNativeData" xmlns="smNativeData" val="SMDATA_15_9lpfaRMAAAAlAAAACwAAAA0AAAAADhkAAAAAAADBJwAAsw4AAAAAAAAAAAAAAAAAAAEAAABQAAAAAAAAAAAA4D8AAAAAAADgPwAAAAAAAOA/AAAAAAAA4D8AAAAAAADgPwAAAAAAAOA/AAAAAAAA4D8AAAAAAADgPwAAAAAAAOA/AAAAAAAA4D8CAAAAjAAAAAEAAAACAAAA////AP///wgAAAAAAAAAAD0FGSCj8bAH5JJhLcx+bRAB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D7o2a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f20AACowAACFeAAAMDsAAAAAAAAmAAAACAAAAP//////////"/>
                </a:ext>
              </a:extLst>
            </p:cNvSpPr>
            <p:nvPr/>
          </p:nvSpPr>
          <p:spPr>
            <a:xfrm>
              <a:off x="17799685" y="7829550"/>
              <a:ext cx="1791970" cy="1791970"/>
            </a:xfrm>
            <a:custGeom>
              <a:avLst/>
              <a:gdLst/>
              <a:ahLst/>
              <a:cxnLst/>
              <a:rect l="0" t="0" r="1791970" b="1791970"/>
              <a:pathLst>
                <a:path w="1791970" h="1791970">
                  <a:moveTo>
                    <a:pt x="0" y="0"/>
                  </a:moveTo>
                  <a:lnTo>
                    <a:pt x="1791970" y="0"/>
                  </a:lnTo>
                  <a:lnTo>
                    <a:pt x="1791970" y="1791970"/>
                  </a:lnTo>
                  <a:lnTo>
                    <a:pt x="0" y="1791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stretch/>
            </a:blipFill>
            <a:ln>
              <a:noFill/>
            </a:ln>
            <a:effectLst/>
          </p:spPr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bg>
      <p:bgPr>
        <a:solidFill>
          <a:srgbClr val="0A1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extLst>
              <a:ext uri="smNativeData">
                <pr:smNativeData xmlns:pr="smNativeData" xmlns="smNativeData" val="SMDATA_6_9lpfaRMAAAAlAAAAAQAAAA8BAAAAkAAAAEgAAACQAAAASAAAAAAAAAAAAAAAAAAAABcAAAAUAAAAAAAAAAAAAAD/fwAA/38AAAAAAAAJAAAABAAAADMDAAAfAAAAVAAAAAAAAAAAAAAAAAAAAAAAAAAAAAAAAAAAAAAAAAAAAAAAAAAAAAAAAAAAAAAAAAAAAAAAAAAAAAAAAAAAAAAAAAAAAAAAAAAAAAAAAAAAAAAAAAAAACEAAAAYAAAAFAAAABoEAAAaBAAAAkkAAB8jAAAQAAAAJgAAAAgAAAD/////AAAAAA=="/>
              </a:ext>
            </a:extLst>
          </p:cNvGrpSpPr>
          <p:nvPr/>
        </p:nvGrpSpPr>
        <p:grpSpPr>
          <a:xfrm>
            <a:off x="666750" y="666750"/>
            <a:ext cx="11201400" cy="5042535"/>
            <a:chOff x="666750" y="666750"/>
            <a:chExt cx="11201400" cy="5042535"/>
          </a:xfrm>
        </p:grpSpPr>
        <p:sp>
          <p:nvSpPr>
            <p:cNvPr id="5" name="TextBox 3"/>
            <p:cNvSpPr>
              <a:extLst>
                <a:ext uri="smNativeData">
                  <pr:smNativeData xmlns:pr="smNativeData" xmlns="smNativeData" val="SMDATA_15_9lpfaR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MU3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GgQAAA8EAAACSQAAxhEAAAAgAAAmAAAACAAAAP//////////"/>
                </a:ext>
              </a:extLst>
            </p:cNvSpPr>
            <p:nvPr/>
          </p:nvSpPr>
          <p:spPr>
            <a:xfrm>
              <a:off x="666750" y="659765"/>
              <a:ext cx="11201400" cy="222948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0" rIns="0" bIns="0" numCol="1" spcCol="215900" anchor="t"/>
            <a:lstStyle/>
            <a:p>
              <a:pPr marL="0" indent="0" algn="l">
                <a:lnSpc>
                  <a:spcPts val="8000"/>
                </a:lnSpc>
                <a:spcBef>
                  <a:spcPts val="0"/>
                </a:spcBef>
                <a:defRPr lang="en-us"/>
              </a:pPr>
              <a:r>
                <a:rPr lang="en-us" sz="8000" cap="none" spc="-51">
                  <a:solidFill>
                    <a:srgbClr val="BAE1FF"/>
                  </a:solidFill>
                  <a:latin typeface="ITC Avant Garde Gothic" pitchFamily="0" charset="0"/>
                  <a:ea typeface="ITC Avant Garde Gothic" pitchFamily="0" charset="0"/>
                  <a:cs typeface="ITC Avant Garde Gothic" pitchFamily="0" charset="0"/>
                </a:rPr>
                <a:t>Agile-Experimental Methodology Phases</a:t>
              </a:r>
              <a:endParaRPr lang="en-us" sz="8000" cap="none" spc="-51">
                <a:solidFill>
                  <a:srgbClr val="BAE1FF"/>
                </a:solidFill>
                <a:latin typeface="ITC Avant Garde Gothic" pitchFamily="0" charset="0"/>
                <a:ea typeface="ITC Avant Garde Gothic" pitchFamily="0" charset="0"/>
                <a:cs typeface="ITC Avant Garde Gothic" pitchFamily="0" charset="0"/>
              </a:endParaRPr>
            </a:p>
          </p:txBody>
        </p:sp>
        <p:sp>
          <p:nvSpPr>
            <p:cNvPr id="4" name="TextBox 4"/>
            <p:cNvSpPr>
              <a:extLst>
                <a:ext uri="smNativeData">
                  <pr:smNativeData xmlns:pr="smNativeData" xmlns="smNativeData" val="SMDATA_15_9lpfaR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EwB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GgQAACIaAABQNwAAHyMAAAAgAAAmAAAACAAAAP//////////"/>
                </a:ext>
              </a:extLst>
            </p:cNvSpPr>
            <p:nvPr/>
          </p:nvSpPr>
          <p:spPr>
            <a:xfrm>
              <a:off x="666750" y="4248150"/>
              <a:ext cx="8324850" cy="146113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0" rIns="0" bIns="0" numCol="1" spcCol="215900" anchor="t"/>
            <a:lstStyle/>
            <a:p>
              <a:pPr marL="0" indent="0" algn="l">
                <a:lnSpc>
                  <a:spcPts val="2940"/>
                </a:lnSpc>
                <a:defRPr lang="en-us"/>
              </a:pPr>
              <a:r>
                <a:rPr lang="en-us" sz="2100" cap="none">
                  <a:solidFill>
                    <a:srgbClr val="DCEEFF"/>
                  </a:solidFill>
                  <a:latin typeface="TT Fors" pitchFamily="0" charset="0"/>
                  <a:ea typeface="TT Fors" pitchFamily="0" charset="0"/>
                  <a:cs typeface="TT Fors" pitchFamily="0" charset="0"/>
                </a:rPr>
                <a:t>The Agile-Experimental Development Methodology consists of iterative phases: design, development, experimentation, evaluation, and dissemination, ensuring a structured yet flexible approach for continuous improvement in research outcomes.</a:t>
              </a:r>
              <a:endParaRPr lang="en-us" sz="2100" cap="none">
                <a:solidFill>
                  <a:srgbClr val="DCEEFF"/>
                </a:solidFill>
                <a:latin typeface="TT Fors" pitchFamily="0" charset="0"/>
                <a:ea typeface="TT Fors" pitchFamily="0" charset="0"/>
                <a:cs typeface="TT Fors" pitchFamily="0" charset="0"/>
              </a:endParaRPr>
            </a:p>
          </p:txBody>
        </p:sp>
        <p:sp>
          <p:nvSpPr>
            <p:cNvPr id="3" name="TextBox 5"/>
            <p:cNvSpPr>
              <a:extLst>
                <a:ext uri="smNativeData">
                  <pr:smNativeData xmlns:pr="smNativeData" xmlns="smNativeData" val="SMDATA_15_9lpfaR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KAdZmM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GgQAAKAUAAApQAAAnRcAAAAgAAAmAAAACAAAAP//////////"/>
                </a:ext>
              </a:extLst>
            </p:cNvSpPr>
            <p:nvPr/>
          </p:nvSpPr>
          <p:spPr>
            <a:xfrm>
              <a:off x="666750" y="3352800"/>
              <a:ext cx="9763125" cy="48577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0" rIns="0" bIns="0" numCol="1" spcCol="215900" anchor="t"/>
            <a:lstStyle/>
            <a:p>
              <a:pPr marL="0" indent="0" algn="l">
                <a:lnSpc>
                  <a:spcPts val="3835"/>
                </a:lnSpc>
                <a:spcBef>
                  <a:spcPts val="0"/>
                </a:spcBef>
                <a:defRPr lang="en-us"/>
              </a:pPr>
              <a:r>
                <a:rPr lang="en-us" sz="3195" cap="none" spc="-23">
                  <a:solidFill>
                    <a:srgbClr val="DCEEFF"/>
                  </a:solidFill>
                  <a:latin typeface="TT Fors" pitchFamily="0" charset="0"/>
                  <a:ea typeface="TT Fors" pitchFamily="0" charset="0"/>
                  <a:cs typeface="TT Fors" pitchFamily="0" charset="0"/>
                </a:rPr>
                <a:t>Key Steps for Success</a:t>
              </a:r>
              <a:endParaRPr lang="en-us" sz="3195" cap="none" spc="-23">
                <a:solidFill>
                  <a:srgbClr val="DCEEFF"/>
                </a:solidFill>
                <a:latin typeface="TT Fors" pitchFamily="0" charset="0"/>
                <a:ea typeface="TT Fors" pitchFamily="0" charset="0"/>
                <a:cs typeface="TT Fors" pitchFamily="0" charset="0"/>
              </a:endParaRPr>
            </a:p>
          </p:txBody>
        </p:sp>
      </p:grpSp>
      <p:grpSp>
        <p:nvGrpSpPr>
          <p:cNvPr id="6" name="Group 6"/>
          <p:cNvGrpSpPr>
            <a:extLst>
              <a:ext uri="smNativeData">
                <pr:smNativeData xmlns:pr="smNativeData" xmlns="smNativeData" val="SMDATA_6_9lpfaRMAAAAlAAAAAQAAAA8BAAAAkAAAAEgAAACQAAAASAAAAAAAAAAAAAAAAAAAABcAAAAUAAAAAAAAAAAAAAD/fwAA/38AAAAAAAAJAAAABAAAAAAAAAAfAAAAVAAAAAAAAAAAAAAAAAAAAAAAAAAAAAAAAAAAAAAAAAAAAAAAAAAAAAAAAAAAAAAAAAAAAAAAAAAAAAAAAAAAAAAAAAAAAAAAAAAAAAAAAAAAAAAAAAAAACEAAAAYAAAAFAAAALRaAAAqMAAAhXgAADA7AAAQAAAAJgAAAAgAAAD/////AAAAAA=="/>
              </a:ext>
            </a:extLst>
          </p:cNvGrpSpPr>
          <p:nvPr/>
        </p:nvGrpSpPr>
        <p:grpSpPr>
          <a:xfrm>
            <a:off x="14744700" y="7829550"/>
            <a:ext cx="4846955" cy="1791970"/>
            <a:chOff x="14744700" y="7829550"/>
            <a:chExt cx="4846955" cy="1791970"/>
          </a:xfrm>
        </p:grpSpPr>
        <p:sp>
          <p:nvSpPr>
            <p:cNvPr id="9" name="Freeform 7"/>
            <p:cNvSpPr>
              <a:extLst>
                <a:ext uri="smNativeData">
                  <pr:smNativeData xmlns:pr="smNativeData" xmlns="smNativeData" val="SMDATA_15_9lpfaRMAAAAlAAAACwAAAA0AAAAAAAAAAAAAAACzDgAAsw4AAAAAAAAAAAAAAAAAAAEAAABQAAAAAAAAAAAA4D8AAAAAAADgPwAAAAAAAOA/AAAAAAAA4D8AAAAAAADgPwAAAAAAAOA/AAAAAAAA4D8AAAAAAADgPwAAAAAAAOA/AAAAAAAA4D8CAAAAjAAAAAEAAAACAAAA////AP///wgAAAAAAAAAAD0FGSCj8bAH5JJhLcx+bRAB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tFoAACowAAC6ZQAAMDsAAAAAAAAmAAAACAAAAP//////////"/>
                </a:ext>
              </a:extLst>
            </p:cNvSpPr>
            <p:nvPr/>
          </p:nvSpPr>
          <p:spPr>
            <a:xfrm>
              <a:off x="14744700" y="7829550"/>
              <a:ext cx="1791970" cy="1791970"/>
            </a:xfrm>
            <a:custGeom>
              <a:avLst/>
              <a:gdLst/>
              <a:ahLst/>
              <a:cxnLst/>
              <a:rect l="0" t="0" r="1791970" b="1791970"/>
              <a:pathLst>
                <a:path w="1791970" h="1791970">
                  <a:moveTo>
                    <a:pt x="0" y="0"/>
                  </a:moveTo>
                  <a:lnTo>
                    <a:pt x="1791970" y="0"/>
                  </a:lnTo>
                  <a:lnTo>
                    <a:pt x="1791970" y="1791970"/>
                  </a:lnTo>
                  <a:lnTo>
                    <a:pt x="0" y="1791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stretch/>
            </a:blipFill>
            <a:ln>
              <a:noFill/>
            </a:ln>
            <a:effectLst/>
          </p:spPr>
        </p:sp>
        <p:sp>
          <p:nvSpPr>
            <p:cNvPr id="8" name="Freeform 8"/>
            <p:cNvSpPr>
              <a:extLst>
                <a:ext uri="smNativeData">
                  <pr:smNativeData xmlns:pr="smNativeData" xmlns="smNativeData" val="SMDATA_15_9lpfaRMAAAAlAAAACwAAAA0AAAAAhwwAAAAAAAA6GwAAsw4AAAAAAAAAAAAAAAAAAAEAAABQAAAAAAAAAAAA4D8AAAAAAADgPwAAAAAAAOA/AAAAAAAA4D8AAAAAAADgPwAAAAAAAOA/AAAAAAAA4D8AAAAAAADgPwAAAAAAAOA/AAAAAAAA4D8CAAAAjAAAAAEAAAACAAAA////AP///wgAAAAAAAAAAD0FGSCj8bAH5JJhLcx+bRAB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GWQAACowAAAgbwAAMDsAAAAAAAAmAAAACAAAAP//////////"/>
                </a:ext>
              </a:extLst>
            </p:cNvSpPr>
            <p:nvPr/>
          </p:nvSpPr>
          <p:spPr>
            <a:xfrm>
              <a:off x="16271875" y="7829550"/>
              <a:ext cx="1792605" cy="1791970"/>
            </a:xfrm>
            <a:custGeom>
              <a:avLst/>
              <a:gdLst/>
              <a:ahLst/>
              <a:cxnLst/>
              <a:rect l="0" t="0" r="1792605" b="1791970"/>
              <a:pathLst>
                <a:path w="1792605" h="1791970">
                  <a:moveTo>
                    <a:pt x="0" y="0"/>
                  </a:moveTo>
                  <a:lnTo>
                    <a:pt x="1792605" y="0"/>
                  </a:lnTo>
                  <a:lnTo>
                    <a:pt x="1792605" y="1791970"/>
                  </a:lnTo>
                  <a:lnTo>
                    <a:pt x="0" y="1791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stretch/>
            </a:blipFill>
            <a:ln>
              <a:noFill/>
            </a:ln>
            <a:effectLst/>
          </p:spPr>
        </p:sp>
        <p:sp>
          <p:nvSpPr>
            <p:cNvPr id="7" name="Freeform 9"/>
            <p:cNvSpPr>
              <a:extLst>
                <a:ext uri="smNativeData">
                  <pr:smNativeData xmlns:pr="smNativeData" xmlns="smNativeData" val="SMDATA_15_9lpfaRMAAAAlAAAACwAAAA0AAAAADhkAAAAAAADBJwAAsw4AAAAAAAAAAAAAAAAAAAEAAABQAAAAAAAAAAAA4D8AAAAAAADgPwAAAAAAAOA/AAAAAAAA4D8AAAAAAADgPwAAAAAAAOA/AAAAAAAA4D8AAAAAAADgPwAAAAAAAOA/AAAAAAAA4D8CAAAAjAAAAAEAAAACAAAA////AP///wgAAAAAAAAAAD0FGSCj8bAH5JJhLcx+bRAB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f20AACowAACFeAAAMDsAAAAAAAAmAAAACAAAAP//////////"/>
                </a:ext>
              </a:extLst>
            </p:cNvSpPr>
            <p:nvPr/>
          </p:nvSpPr>
          <p:spPr>
            <a:xfrm>
              <a:off x="17799685" y="7829550"/>
              <a:ext cx="1791970" cy="1791970"/>
            </a:xfrm>
            <a:custGeom>
              <a:avLst/>
              <a:gdLst/>
              <a:ahLst/>
              <a:cxnLst/>
              <a:rect l="0" t="0" r="1791970" b="1791970"/>
              <a:pathLst>
                <a:path w="1791970" h="1791970">
                  <a:moveTo>
                    <a:pt x="0" y="0"/>
                  </a:moveTo>
                  <a:lnTo>
                    <a:pt x="1791970" y="0"/>
                  </a:lnTo>
                  <a:lnTo>
                    <a:pt x="1791970" y="1791970"/>
                  </a:lnTo>
                  <a:lnTo>
                    <a:pt x="0" y="1791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stretch/>
            </a:blipFill>
            <a:ln>
              <a:noFill/>
            </a:ln>
            <a:effectLst/>
          </p:spPr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bg>
      <p:bgPr>
        <a:solidFill>
          <a:srgbClr val="0A1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extLst>
              <a:ext uri="smNativeData">
                <pr:smNativeData xmlns:pr="smNativeData" xmlns="smNativeData" val="SMDATA_6_9lpfaRMAAAAlAAAAAQAAAA8BAAAAkAAAAEgAAACQAAAASAAAAAAAAAAAAAAAAAAAABcAAAAUAAAAAAAAAAAAAAD/fwAA/38AAAAAAAAJAAAABAAAAKoHAAAfAAAAVAAAAAAAAAAAAAAAAAAAAAAAAAAAAAAAAAAAAAAAAAAAAAAAAAAAAAAAAAAAAAAAAAAAAAAAAAAAAAAAAAAAAAAAAAAAAAAAAAAAAAAAAAAAAAAAAAAAACEAAAAYAAAAFAAAABoEAAAmJQAA7BMAAHgzAAAQAAAAJgAAAAgAAAD/////AAAAAA=="/>
              </a:ext>
            </a:extLst>
          </p:cNvGrpSpPr>
          <p:nvPr/>
        </p:nvGrpSpPr>
        <p:grpSpPr>
          <a:xfrm>
            <a:off x="666750" y="6038850"/>
            <a:ext cx="2571750" cy="2327910"/>
            <a:chOff x="666750" y="6038850"/>
            <a:chExt cx="2571750" cy="2327910"/>
          </a:xfrm>
        </p:grpSpPr>
        <p:sp>
          <p:nvSpPr>
            <p:cNvPr id="4" name="TextBox 3"/>
            <p:cNvSpPr>
              <a:extLst>
                <a:ext uri="smNativeData">
                  <pr:smNativeData xmlns:pr="smNativeData" xmlns="smNativeData" val="SMDATA_15_9lpfaR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EAA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GgQAAHsqAADsEwAAeDMAAAAgAAAmAAAACAAAAP//////////"/>
                </a:ext>
              </a:extLst>
            </p:cNvSpPr>
            <p:nvPr/>
          </p:nvSpPr>
          <p:spPr>
            <a:xfrm>
              <a:off x="666750" y="6905625"/>
              <a:ext cx="2571750" cy="146113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0" rIns="0" bIns="0" numCol="1" spcCol="215900" anchor="t"/>
            <a:lstStyle/>
            <a:p>
              <a:pPr marL="0" indent="0" algn="l">
                <a:lnSpc>
                  <a:spcPts val="2940"/>
                </a:lnSpc>
                <a:defRPr lang="en-us"/>
              </a:pPr>
              <a:r>
                <a:rPr lang="en-us" sz="2100" cap="none" spc="-11">
                  <a:solidFill>
                    <a:srgbClr val="DCEEFF"/>
                  </a:solidFill>
                  <a:latin typeface="TT Fors" pitchFamily="0" charset="0"/>
                  <a:ea typeface="TT Fors" pitchFamily="0" charset="0"/>
                  <a:cs typeface="TT Fors" pitchFamily="0" charset="0"/>
                </a:rPr>
                <a:t>IID strategies ensure uniform data distribution across all clients.</a:t>
              </a:r>
              <a:endParaRPr lang="en-us" sz="2100" cap="none" spc="-11">
                <a:solidFill>
                  <a:srgbClr val="DCEEFF"/>
                </a:solidFill>
                <a:latin typeface="TT Fors" pitchFamily="0" charset="0"/>
                <a:ea typeface="TT Fors" pitchFamily="0" charset="0"/>
                <a:cs typeface="TT Fors" pitchFamily="0" charset="0"/>
              </a:endParaRPr>
            </a:p>
          </p:txBody>
        </p:sp>
        <p:sp>
          <p:nvSpPr>
            <p:cNvPr id="3" name="TextBox 4"/>
            <p:cNvSpPr>
              <a:extLst>
                <a:ext uri="smNativeData">
                  <pr:smNativeData xmlns:pr="smNativeData" xmlns="smNativeData" val="SMDATA_15_9lpfaR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VEBU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GgQAANckAAA/DgAAIygAAAAgAAAmAAAACAAAAP//////////"/>
                </a:ext>
              </a:extLst>
            </p:cNvSpPr>
            <p:nvPr/>
          </p:nvSpPr>
          <p:spPr>
            <a:xfrm>
              <a:off x="666750" y="5988685"/>
              <a:ext cx="1649095" cy="53594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0" rIns="0" bIns="0" numCol="1" spcCol="215900" anchor="t"/>
            <a:lstStyle/>
            <a:p>
              <a:pPr lvl="1" marL="0" indent="0" algn="l">
                <a:lnSpc>
                  <a:spcPts val="3835"/>
                </a:lnSpc>
                <a:spcBef>
                  <a:spcPts val="0"/>
                </a:spcBef>
                <a:defRPr lang="en-us"/>
              </a:pPr>
              <a:r>
                <a:rPr lang="en-us" sz="3195" cap="none" spc="-21">
                  <a:solidFill>
                    <a:srgbClr val="DCEEFF"/>
                  </a:solidFill>
                  <a:latin typeface="ITC Avant Garde Gothic" pitchFamily="0" charset="0"/>
                  <a:ea typeface="ITC Avant Garde Gothic" pitchFamily="0" charset="0"/>
                  <a:cs typeface="ITC Avant Garde Gothic" pitchFamily="0" charset="0"/>
                </a:rPr>
                <a:t>01</a:t>
              </a:r>
              <a:endParaRPr lang="en-us" sz="3195" cap="none" spc="-21">
                <a:solidFill>
                  <a:srgbClr val="DCEEFF"/>
                </a:solidFill>
                <a:latin typeface="ITC Avant Garde Gothic" pitchFamily="0" charset="0"/>
                <a:ea typeface="ITC Avant Garde Gothic" pitchFamily="0" charset="0"/>
                <a:cs typeface="ITC Avant Garde Gothic" pitchFamily="0" charset="0"/>
              </a:endParaRPr>
            </a:p>
          </p:txBody>
        </p:sp>
      </p:grpSp>
      <p:grpSp>
        <p:nvGrpSpPr>
          <p:cNvPr id="5" name="Group 5"/>
          <p:cNvGrpSpPr>
            <a:extLst>
              <a:ext uri="smNativeData">
                <pr:smNativeData xmlns:pr="smNativeData" xmlns="smNativeData" val="SMDATA_6_9lpfaRMAAAAlAAAAAQAAAA8BAAAAkAAAAEgAAACQAAAASAAAAAAAAAAAAAAAAAAAABcAAAAUAAAAAAAAAAAAAAD/fwAA/38AAAAAAAAJAAAABAAAAAYBAAAfAAAAVAAAAAAAAAAAAAAAAAAAAAAAAAAAAAAAAAAAAAAAAAAAAAAAAAAAAAAAAAAAAAAAAAAAAAAAAAAAAAAAAAAAAAAAAAAAAAAAAAAAAAAAAAAAAAAAAAAAACEAAAAYAAAAFAAAADkaAAAmJQAACyoAAHgzAAAQAAAAJgAAAAgAAAD/////AAAAAA=="/>
              </a:ext>
            </a:extLst>
          </p:cNvGrpSpPr>
          <p:nvPr/>
        </p:nvGrpSpPr>
        <p:grpSpPr>
          <a:xfrm>
            <a:off x="4262755" y="6038850"/>
            <a:ext cx="2571750" cy="2327910"/>
            <a:chOff x="4262755" y="6038850"/>
            <a:chExt cx="2571750" cy="2327910"/>
          </a:xfrm>
        </p:grpSpPr>
        <p:sp>
          <p:nvSpPr>
            <p:cNvPr id="7" name="TextBox 6"/>
            <p:cNvSpPr>
              <a:extLst>
                <a:ext uri="smNativeData">
                  <pr:smNativeData xmlns:pr="smNativeData" xmlns="smNativeData" val="SMDATA_15_9lpfaR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GN0Lz4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ORoAAHsqAAALKgAAeDMAAAAgAAAmAAAACAAAAP//////////"/>
                </a:ext>
              </a:extLst>
            </p:cNvSpPr>
            <p:nvPr/>
          </p:nvSpPr>
          <p:spPr>
            <a:xfrm>
              <a:off x="4262755" y="6905625"/>
              <a:ext cx="2571750" cy="146113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0" rIns="0" bIns="0" numCol="1" spcCol="215900" anchor="t"/>
            <a:lstStyle/>
            <a:p>
              <a:pPr marL="0" indent="0" algn="l">
                <a:lnSpc>
                  <a:spcPts val="2940"/>
                </a:lnSpc>
                <a:defRPr lang="en-us"/>
              </a:pPr>
              <a:r>
                <a:rPr lang="en-us" sz="2100" cap="none" spc="-11">
                  <a:solidFill>
                    <a:srgbClr val="DCEEFF"/>
                  </a:solidFill>
                  <a:latin typeface="TT Fors" pitchFamily="0" charset="0"/>
                  <a:ea typeface="TT Fors" pitchFamily="0" charset="0"/>
                  <a:cs typeface="TT Fors" pitchFamily="0" charset="0"/>
                </a:rPr>
                <a:t>Non-IID strategies introduce diversity in data distribution among clients.</a:t>
              </a:r>
              <a:endParaRPr lang="en-us" sz="2100" cap="none" spc="-11">
                <a:solidFill>
                  <a:srgbClr val="DCEEFF"/>
                </a:solidFill>
                <a:latin typeface="TT Fors" pitchFamily="0" charset="0"/>
                <a:ea typeface="TT Fors" pitchFamily="0" charset="0"/>
                <a:cs typeface="TT Fors" pitchFamily="0" charset="0"/>
              </a:endParaRPr>
            </a:p>
          </p:txBody>
        </p:sp>
        <p:sp>
          <p:nvSpPr>
            <p:cNvPr id="6" name="TextBox 7"/>
            <p:cNvSpPr>
              <a:extLst>
                <a:ext uri="smNativeData">
                  <pr:smNativeData xmlns:pr="smNativeData" xmlns="smNativeData" val="SMDATA_15_9lpfaR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HZHcn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ORoAANckAABeJAAAIygAAAAgAAAmAAAACAAAAP//////////"/>
                </a:ext>
              </a:extLst>
            </p:cNvSpPr>
            <p:nvPr/>
          </p:nvSpPr>
          <p:spPr>
            <a:xfrm>
              <a:off x="4262755" y="5988685"/>
              <a:ext cx="1649095" cy="53594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0" rIns="0" bIns="0" numCol="1" spcCol="215900" anchor="t"/>
            <a:lstStyle/>
            <a:p>
              <a:pPr lvl="1" marL="0" indent="0" algn="l">
                <a:lnSpc>
                  <a:spcPts val="3835"/>
                </a:lnSpc>
                <a:spcBef>
                  <a:spcPts val="0"/>
                </a:spcBef>
                <a:defRPr lang="en-us"/>
              </a:pPr>
              <a:r>
                <a:rPr lang="en-us" sz="3195" cap="none" spc="-21">
                  <a:solidFill>
                    <a:srgbClr val="DCEEFF"/>
                  </a:solidFill>
                  <a:latin typeface="ITC Avant Garde Gothic" pitchFamily="0" charset="0"/>
                  <a:ea typeface="ITC Avant Garde Gothic" pitchFamily="0" charset="0"/>
                  <a:cs typeface="ITC Avant Garde Gothic" pitchFamily="0" charset="0"/>
                </a:rPr>
                <a:t>02</a:t>
              </a:r>
              <a:endParaRPr lang="en-us" sz="3195" cap="none" spc="-21">
                <a:solidFill>
                  <a:srgbClr val="DCEEFF"/>
                </a:solidFill>
                <a:latin typeface="ITC Avant Garde Gothic" pitchFamily="0" charset="0"/>
                <a:ea typeface="ITC Avant Garde Gothic" pitchFamily="0" charset="0"/>
                <a:cs typeface="ITC Avant Garde Gothic" pitchFamily="0" charset="0"/>
              </a:endParaRPr>
            </a:p>
          </p:txBody>
        </p:sp>
      </p:grpSp>
      <p:grpSp>
        <p:nvGrpSpPr>
          <p:cNvPr id="8" name="Group 8"/>
          <p:cNvGrpSpPr>
            <a:extLst>
              <a:ext uri="smNativeData">
                <pr:smNativeData xmlns:pr="smNativeData" xmlns="smNativeData" val="SMDATA_6_9lpfaRMAAAAlAAAAAQAAAA8BAAAAkAAAAEgAAACQAAAASAAAAAAAAAAAAAAAAAAAABcAAAAUAAAAAAAAAAAAAAD/fwAA/38AAAAAAAAJAAAABAAAAGgdAAAfAAAAVAAAAAAAAAAAAAAAAAAAAAAAAAAAAAAAAAAAAAAAAAAAAAAAAAAAAAAAAAAAAAAAAAAAAAAAAAAAAAAAAAAAAAAAAAAAAAAAAAAAAAAAAAAAAAAAAAAAACEAAAAYAAAAFAAAAFcwAAAmJQAAKUAAAHgzAAAQAAAAJgAAAAgAAAD/////AAAAAA=="/>
              </a:ext>
            </a:extLst>
          </p:cNvGrpSpPr>
          <p:nvPr/>
        </p:nvGrpSpPr>
        <p:grpSpPr>
          <a:xfrm>
            <a:off x="7858125" y="6038850"/>
            <a:ext cx="2571750" cy="2327910"/>
            <a:chOff x="7858125" y="6038850"/>
            <a:chExt cx="2571750" cy="2327910"/>
          </a:xfrm>
        </p:grpSpPr>
        <p:sp>
          <p:nvSpPr>
            <p:cNvPr id="10" name="TextBox 9"/>
            <p:cNvSpPr>
              <a:extLst>
                <a:ext uri="smNativeData">
                  <pr:smNativeData xmlns:pr="smNativeData" xmlns="smNativeData" val="SMDATA_15_9lpfaR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CBuYW0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VzAAAHsqAAApQAAAeDMAAAAgAAAmAAAACAAAAP//////////"/>
                </a:ext>
              </a:extLst>
            </p:cNvSpPr>
            <p:nvPr/>
          </p:nvSpPr>
          <p:spPr>
            <a:xfrm>
              <a:off x="7858125" y="6905625"/>
              <a:ext cx="2571750" cy="146113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0" rIns="0" bIns="0" numCol="1" spcCol="215900" anchor="t"/>
            <a:lstStyle/>
            <a:p>
              <a:pPr marL="0" indent="0" algn="l">
                <a:lnSpc>
                  <a:spcPts val="2940"/>
                </a:lnSpc>
                <a:defRPr lang="en-us"/>
              </a:pPr>
              <a:r>
                <a:rPr lang="en-us" sz="2100" cap="none" spc="-11">
                  <a:solidFill>
                    <a:srgbClr val="DCEEFF"/>
                  </a:solidFill>
                  <a:latin typeface="TT Fors" pitchFamily="0" charset="0"/>
                  <a:ea typeface="TT Fors" pitchFamily="0" charset="0"/>
                  <a:cs typeface="TT Fors" pitchFamily="0" charset="0"/>
                </a:rPr>
                <a:t>Dirichlet partitioning simulates real-world data variability in healthcare.</a:t>
              </a:r>
              <a:endParaRPr lang="en-us" sz="2100" cap="none" spc="-11">
                <a:solidFill>
                  <a:srgbClr val="DCEEFF"/>
                </a:solidFill>
                <a:latin typeface="TT Fors" pitchFamily="0" charset="0"/>
                <a:ea typeface="TT Fors" pitchFamily="0" charset="0"/>
                <a:cs typeface="TT Fors" pitchFamily="0" charset="0"/>
              </a:endParaRPr>
            </a:p>
          </p:txBody>
        </p:sp>
        <p:sp>
          <p:nvSpPr>
            <p:cNvPr id="9" name="TextBox 10"/>
            <p:cNvSpPr>
              <a:extLst>
                <a:ext uri="smNativeData">
                  <pr:smNativeData xmlns:pr="smNativeData" xmlns="smNativeData" val="SMDATA_15_9lpfaR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VzAAANckAAB8OgAAIygAAAAgAAAmAAAACAAAAP//////////"/>
                </a:ext>
              </a:extLst>
            </p:cNvSpPr>
            <p:nvPr/>
          </p:nvSpPr>
          <p:spPr>
            <a:xfrm>
              <a:off x="7858125" y="5988685"/>
              <a:ext cx="1649095" cy="53594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0" rIns="0" bIns="0" numCol="1" spcCol="215900" anchor="t"/>
            <a:lstStyle/>
            <a:p>
              <a:pPr lvl="1" marL="0" indent="0" algn="l">
                <a:lnSpc>
                  <a:spcPts val="3835"/>
                </a:lnSpc>
                <a:spcBef>
                  <a:spcPts val="0"/>
                </a:spcBef>
                <a:defRPr lang="en-us"/>
              </a:pPr>
              <a:r>
                <a:rPr lang="en-us" sz="3195" cap="none" spc="-21">
                  <a:solidFill>
                    <a:srgbClr val="DCEEFF"/>
                  </a:solidFill>
                  <a:latin typeface="ITC Avant Garde Gothic" pitchFamily="0" charset="0"/>
                  <a:ea typeface="ITC Avant Garde Gothic" pitchFamily="0" charset="0"/>
                  <a:cs typeface="ITC Avant Garde Gothic" pitchFamily="0" charset="0"/>
                </a:rPr>
                <a:t>03</a:t>
              </a:r>
              <a:endParaRPr lang="en-us" sz="3195" cap="none" spc="-21">
                <a:solidFill>
                  <a:srgbClr val="DCEEFF"/>
                </a:solidFill>
                <a:latin typeface="ITC Avant Garde Gothic" pitchFamily="0" charset="0"/>
                <a:ea typeface="ITC Avant Garde Gothic" pitchFamily="0" charset="0"/>
                <a:cs typeface="ITC Avant Garde Gothic" pitchFamily="0" charset="0"/>
              </a:endParaRPr>
            </a:p>
          </p:txBody>
        </p:sp>
      </p:grpSp>
      <p:grpSp>
        <p:nvGrpSpPr>
          <p:cNvPr id="11" name="Group 11"/>
          <p:cNvGrpSpPr>
            <a:extLst>
              <a:ext uri="smNativeData">
                <pr:smNativeData xmlns:pr="smNativeData" xmlns="smNativeData" val="SMDATA_6_9lpfaRMAAAAlAAAAAQAAAA8BAAAAkAAAAEgAAACQAAAASAAAAAAAAAAAAAAAAAAAABcAAAAUAAAAAAAAAAAAAAD/fwAA/38AAAAAAAAJAAAABAAAAACsXDUfAAAAVAAAAAAAAAAAAAAAAAAAAAAAAAAAAAAAAAAAAAAAAAAAAAAAAAAAAAAAAAAAAAAAAAAAAAAAAAAAAAAAAAAAAAAAAAAAAAAAAAAAAAAAAAAAAAAAAAAAACEAAAAYAAAAFAAAAHVGAAAmJQAAR1YAAHgzAAAQAAAAJgAAAAgAAAD/////AAAAAA=="/>
              </a:ext>
            </a:extLst>
          </p:cNvGrpSpPr>
          <p:nvPr/>
        </p:nvGrpSpPr>
        <p:grpSpPr>
          <a:xfrm>
            <a:off x="11453495" y="6038850"/>
            <a:ext cx="2571750" cy="2327910"/>
            <a:chOff x="11453495" y="6038850"/>
            <a:chExt cx="2571750" cy="2327910"/>
          </a:xfrm>
        </p:grpSpPr>
        <p:sp>
          <p:nvSpPr>
            <p:cNvPr id="13" name="TextBox 12"/>
            <p:cNvSpPr>
              <a:extLst>
                <a:ext uri="smNativeData">
                  <pr:smNativeData xmlns:pr="smNativeData" xmlns="smNativeData" val="SMDATA_15_9lpfaR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dUYAAHsqAABHVgAAeDMAAAAgAAAmAAAACAAAAP//////////"/>
                </a:ext>
              </a:extLst>
            </p:cNvSpPr>
            <p:nvPr/>
          </p:nvSpPr>
          <p:spPr>
            <a:xfrm>
              <a:off x="11453495" y="6905625"/>
              <a:ext cx="2571750" cy="146113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0" rIns="0" bIns="0" numCol="1" spcCol="215900" anchor="t"/>
            <a:lstStyle/>
            <a:p>
              <a:pPr marL="0" indent="0" algn="l">
                <a:lnSpc>
                  <a:spcPts val="2940"/>
                </a:lnSpc>
                <a:defRPr lang="en-us"/>
              </a:pPr>
              <a:r>
                <a:rPr lang="en-us" sz="2100" cap="none" spc="-11">
                  <a:solidFill>
                    <a:srgbClr val="DCEEFF"/>
                  </a:solidFill>
                  <a:latin typeface="TT Fors" pitchFamily="0" charset="0"/>
                  <a:ea typeface="TT Fors" pitchFamily="0" charset="0"/>
                  <a:cs typeface="TT Fors" pitchFamily="0" charset="0"/>
                </a:rPr>
                <a:t>Quantity-based skew reflects unequal data amounts among different clients.</a:t>
              </a:r>
              <a:endParaRPr lang="en-us" sz="2100" cap="none" spc="-11">
                <a:solidFill>
                  <a:srgbClr val="DCEEFF"/>
                </a:solidFill>
                <a:latin typeface="TT Fors" pitchFamily="0" charset="0"/>
                <a:ea typeface="TT Fors" pitchFamily="0" charset="0"/>
                <a:cs typeface="TT Fors" pitchFamily="0" charset="0"/>
              </a:endParaRPr>
            </a:p>
          </p:txBody>
        </p:sp>
        <p:sp>
          <p:nvSpPr>
            <p:cNvPr id="12" name="TextBox 13"/>
            <p:cNvSpPr>
              <a:extLst>
                <a:ext uri="smNativeData">
                  <pr:smNativeData xmlns:pr="smNativeData" xmlns="smNativeData" val="SMDATA_15_9lpfaR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Bnn5oc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dUYAANckAACaUAAAIygAAAAgAAAmAAAACAAAAP//////////"/>
                </a:ext>
              </a:extLst>
            </p:cNvSpPr>
            <p:nvPr/>
          </p:nvSpPr>
          <p:spPr>
            <a:xfrm>
              <a:off x="11453495" y="5988685"/>
              <a:ext cx="1649095" cy="53594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0" rIns="0" bIns="0" numCol="1" spcCol="215900" anchor="t"/>
            <a:lstStyle/>
            <a:p>
              <a:pPr lvl="1" marL="0" indent="0" algn="l">
                <a:lnSpc>
                  <a:spcPts val="3835"/>
                </a:lnSpc>
                <a:spcBef>
                  <a:spcPts val="0"/>
                </a:spcBef>
                <a:defRPr lang="en-us"/>
              </a:pPr>
              <a:r>
                <a:rPr lang="en-us" sz="3195" cap="none" spc="-21">
                  <a:solidFill>
                    <a:srgbClr val="DCEEFF"/>
                  </a:solidFill>
                  <a:latin typeface="ITC Avant Garde Gothic" pitchFamily="0" charset="0"/>
                  <a:ea typeface="ITC Avant Garde Gothic" pitchFamily="0" charset="0"/>
                  <a:cs typeface="ITC Avant Garde Gothic" pitchFamily="0" charset="0"/>
                </a:rPr>
                <a:t>04</a:t>
              </a:r>
              <a:endParaRPr lang="en-us" sz="3195" cap="none" spc="-21">
                <a:solidFill>
                  <a:srgbClr val="DCEEFF"/>
                </a:solidFill>
                <a:latin typeface="ITC Avant Garde Gothic" pitchFamily="0" charset="0"/>
                <a:ea typeface="ITC Avant Garde Gothic" pitchFamily="0" charset="0"/>
                <a:cs typeface="ITC Avant Garde Gothic" pitchFamily="0" charset="0"/>
              </a:endParaRPr>
            </a:p>
          </p:txBody>
        </p:sp>
      </p:grpSp>
      <p:grpSp>
        <p:nvGrpSpPr>
          <p:cNvPr id="14" name="Group 14"/>
          <p:cNvGrpSpPr>
            <a:extLst>
              <a:ext uri="smNativeData">
                <pr:smNativeData xmlns:pr="smNativeData" xmlns="smNativeData" val="SMDATA_6_9lpfaRMAAAAlAAAAAQAAAA8BAAAAkAAAAEgAAACQAAAASAAAAAAAAAAAAAAAAAAAABcAAAAUAAAAAAAAAAAAAAD/fwAA/38AAAAAAAAJAAAABAAAAAIdAh4fAAAAVAAAAAAAAAAAAAAAAAAAAAAAAAAAAAAAAAAAAAAAAAAAAAAAAAAAAAAAAAAAAAAAAAAAAAAAAAAAAAAAAAAAAAAAAAAAAAAAAAAAAAAAAAAAAAAAAAAAACEAAAAYAAAAFAAAAJRcAAAmJQAAZmwAAME1AAAQAAAAJgAAAAgAAAD/////AAAAAA=="/>
              </a:ext>
            </a:extLst>
          </p:cNvGrpSpPr>
          <p:nvPr/>
        </p:nvGrpSpPr>
        <p:grpSpPr>
          <a:xfrm>
            <a:off x="15049500" y="6038850"/>
            <a:ext cx="2571750" cy="2699385"/>
            <a:chOff x="15049500" y="6038850"/>
            <a:chExt cx="2571750" cy="2699385"/>
          </a:xfrm>
        </p:grpSpPr>
        <p:sp>
          <p:nvSpPr>
            <p:cNvPr id="16" name="TextBox 15"/>
            <p:cNvSpPr>
              <a:extLst>
                <a:ext uri="smNativeData">
                  <pr:smNativeData xmlns:pr="smNativeData" xmlns="smNativeData" val="SMDATA_15_9lpfaR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OnuYdk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lFwAAHsqAABmbAAAwTUAAAAgAAAmAAAACAAAAP//////////"/>
                </a:ext>
              </a:extLst>
            </p:cNvSpPr>
            <p:nvPr/>
          </p:nvSpPr>
          <p:spPr>
            <a:xfrm>
              <a:off x="15049500" y="6905625"/>
              <a:ext cx="2571750" cy="183261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0" rIns="0" bIns="0" numCol="1" spcCol="215900" anchor="t"/>
            <a:lstStyle/>
            <a:p>
              <a:pPr marL="0" indent="0" algn="l">
                <a:lnSpc>
                  <a:spcPts val="2940"/>
                </a:lnSpc>
                <a:defRPr lang="en-us"/>
              </a:pPr>
              <a:r>
                <a:rPr lang="en-us" sz="2100" cap="none" spc="-11">
                  <a:solidFill>
                    <a:srgbClr val="DCEEFF"/>
                  </a:solidFill>
                  <a:latin typeface="TT Fors" pitchFamily="0" charset="0"/>
                  <a:ea typeface="TT Fors" pitchFamily="0" charset="0"/>
                  <a:cs typeface="TT Fors" pitchFamily="0" charset="0"/>
                </a:rPr>
                <a:t>Proper partitioning influences model performance and privacy preservation significantly.</a:t>
              </a:r>
              <a:endParaRPr lang="en-us" sz="2100" cap="none" spc="-11">
                <a:solidFill>
                  <a:srgbClr val="DCEEFF"/>
                </a:solidFill>
                <a:latin typeface="TT Fors" pitchFamily="0" charset="0"/>
                <a:ea typeface="TT Fors" pitchFamily="0" charset="0"/>
                <a:cs typeface="TT Fors" pitchFamily="0" charset="0"/>
              </a:endParaRPr>
            </a:p>
          </p:txBody>
        </p:sp>
        <p:sp>
          <p:nvSpPr>
            <p:cNvPr id="15" name="TextBox 16"/>
            <p:cNvSpPr>
              <a:extLst>
                <a:ext uri="smNativeData">
                  <pr:smNativeData xmlns:pr="smNativeData" xmlns="smNativeData" val="SMDATA_15_9lpfaR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Fd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lFwAANckAAC5ZgAAIygAAAAgAAAmAAAACAAAAP//////////"/>
                </a:ext>
              </a:extLst>
            </p:cNvSpPr>
            <p:nvPr/>
          </p:nvSpPr>
          <p:spPr>
            <a:xfrm>
              <a:off x="15049500" y="5988685"/>
              <a:ext cx="1649095" cy="53594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0" rIns="0" bIns="0" numCol="1" spcCol="215900" anchor="t"/>
            <a:lstStyle/>
            <a:p>
              <a:pPr lvl="1" marL="0" indent="0" algn="l">
                <a:lnSpc>
                  <a:spcPts val="3835"/>
                </a:lnSpc>
                <a:spcBef>
                  <a:spcPts val="0"/>
                </a:spcBef>
                <a:defRPr lang="en-us"/>
              </a:pPr>
              <a:r>
                <a:rPr lang="en-us" sz="3195" cap="none" spc="-21">
                  <a:solidFill>
                    <a:srgbClr val="DCEEFF"/>
                  </a:solidFill>
                  <a:latin typeface="ITC Avant Garde Gothic" pitchFamily="0" charset="0"/>
                  <a:ea typeface="ITC Avant Garde Gothic" pitchFamily="0" charset="0"/>
                  <a:cs typeface="ITC Avant Garde Gothic" pitchFamily="0" charset="0"/>
                </a:rPr>
                <a:t>05</a:t>
              </a:r>
              <a:endParaRPr lang="en-us" sz="3195" cap="none" spc="-21">
                <a:solidFill>
                  <a:srgbClr val="DCEEFF"/>
                </a:solidFill>
                <a:latin typeface="ITC Avant Garde Gothic" pitchFamily="0" charset="0"/>
                <a:ea typeface="ITC Avant Garde Gothic" pitchFamily="0" charset="0"/>
                <a:cs typeface="ITC Avant Garde Gothic" pitchFamily="0" charset="0"/>
              </a:endParaRPr>
            </a:p>
          </p:txBody>
        </p:sp>
      </p:grpSp>
      <p:sp>
        <p:nvSpPr>
          <p:cNvPr id="17" name="TextBox 17"/>
          <p:cNvSpPr>
            <a:extLst>
              <a:ext uri="smNativeData">
                <pr:smNativeData xmlns:pr="smNativeData" xmlns="smNativeData" val="SMDATA_15_9lpfaR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GgQAAAsEAAC0WgAAkAsAABAgAAAmAAAACAAAAP//////////"/>
              </a:ext>
            </a:extLst>
          </p:cNvSpPr>
          <p:nvPr/>
        </p:nvSpPr>
        <p:spPr>
          <a:xfrm>
            <a:off x="666750" y="657225"/>
            <a:ext cx="14077950" cy="12223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 marL="0" indent="0" algn="l">
              <a:lnSpc>
                <a:spcPts val="8000"/>
              </a:lnSpc>
              <a:spcBef>
                <a:spcPts val="0"/>
              </a:spcBef>
              <a:defRPr lang="en-us"/>
            </a:pPr>
            <a:r>
              <a:rPr lang="en-us" sz="8000" cap="none" spc="-51">
                <a:solidFill>
                  <a:srgbClr val="BAE1FF"/>
                </a:solidFill>
                <a:latin typeface="ITC Avant Garde Gothic" pitchFamily="0" charset="0"/>
                <a:ea typeface="ITC Avant Garde Gothic" pitchFamily="0" charset="0"/>
                <a:cs typeface="ITC Avant Garde Gothic" pitchFamily="0" charset="0"/>
              </a:rPr>
              <a:t>Data Partitioning Strategies</a:t>
            </a:r>
            <a:endParaRPr lang="en-us" sz="8000" cap="none" spc="-51">
              <a:solidFill>
                <a:srgbClr val="BAE1FF"/>
              </a:solidFill>
              <a:latin typeface="ITC Avant Garde Gothic" pitchFamily="0" charset="0"/>
              <a:ea typeface="ITC Avant Garde Gothic" pitchFamily="0" charset="0"/>
              <a:cs typeface="ITC Avant Garde Gothic" pitchFamily="0" charset="0"/>
            </a:endParaRPr>
          </a:p>
        </p:txBody>
      </p:sp>
      <p:grpSp>
        <p:nvGrpSpPr>
          <p:cNvPr id="18" name="Group 18"/>
          <p:cNvGrpSpPr>
            <a:extLst>
              <a:ext uri="smNativeData">
                <pr:smNativeData xmlns:pr="smNativeData" xmlns="smNativeData" val="SMDATA_6_9lpfaRMAAAAlAAAAAQAAAA8BAAAAkAAAAEgAAACQAAAASAAAAAAAAAAAAAAAAAAAABcAAAAUAAAAAAAAAAAAAAD/fwAA/38AAAAAAAAJAAAABAAAAAXJBfAfAAAAVAAAAAAAAAAAAAAAAAAAAAAAAAAAAAAAAAAAAAAAAAAAAAAAAAAAAAAAAAAAAAAAAAAAAAAAAAAAAAAAAAAAAAAAAAAAAAAAAAAAAAAAAAAAAAAAAAAAACEAAAAYAAAAFAAAABoEAACkHwAAJAkAAGIiAAAQAAAAJgAAAAgAAAD/////AAAAAA=="/>
              </a:ext>
            </a:extLst>
          </p:cNvGrpSpPr>
          <p:nvPr/>
        </p:nvGrpSpPr>
        <p:grpSpPr>
          <a:xfrm>
            <a:off x="666750" y="5143500"/>
            <a:ext cx="819150" cy="445770"/>
            <a:chOff x="666750" y="5143500"/>
            <a:chExt cx="819150" cy="445770"/>
          </a:xfrm>
        </p:grpSpPr>
        <p:sp>
          <p:nvSpPr>
            <p:cNvPr id="20" name="Freeform 19"/>
            <p:cNvSpPr>
              <a:extLst>
                <a:ext uri="smNativeData">
                  <pr:smNativeData xmlns:pr="smNativeData" xmlns="smNativeData" val="SMDATA_15_9lpfaRMAAAAlAAAACwAAAA0AAAAADwMAAAAAAAC4BgAAqQMAAAAAAAAAAAAAAAAAAAEAAABQAAAAAAAAAAAA4D8AAAAAAADgPwAAAAAAAOA/AAAAAAAA4D8AAAAAAADgPwAAAAAAAOA/AAAAAAAA4D8AAAAAAADgPwAAAAAAAOA/AAAAAAAA4D8CAAAAjAAAAAEAAAACAAAA////AP///wgAAAAAAAAAABIwo2560uuw5JzJf+OeCVIB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J/f38A7uzhA8zMzADAwP8Af39/AAAAAAAAAAAAAAAAAAAAAAAAAAAAIQAAABgAAAAUAAAAZgYAAKQfAAAkCQAAYiIAAAAAAAAmAAAACAAAAP//////////"/>
                </a:ext>
              </a:extLst>
            </p:cNvSpPr>
            <p:nvPr/>
          </p:nvSpPr>
          <p:spPr>
            <a:xfrm>
              <a:off x="1040130" y="5143500"/>
              <a:ext cx="445770" cy="445770"/>
            </a:xfrm>
            <a:custGeom>
              <a:avLst/>
              <a:gdLst/>
              <a:ahLst/>
              <a:cxnLst/>
              <a:rect l="0" t="0" r="445770" b="445770"/>
              <a:pathLst>
                <a:path w="445770" h="445770">
                  <a:moveTo>
                    <a:pt x="0" y="0"/>
                  </a:moveTo>
                  <a:lnTo>
                    <a:pt x="445770" y="0"/>
                  </a:lnTo>
                  <a:lnTo>
                    <a:pt x="445770" y="445770"/>
                  </a:lnTo>
                  <a:lnTo>
                    <a:pt x="0" y="4457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stretch/>
            </a:blipFill>
            <a:ln>
              <a:noFill/>
            </a:ln>
            <a:effectLst/>
          </p:spPr>
        </p:sp>
        <p:sp>
          <p:nvSpPr>
            <p:cNvPr id="19" name="Freeform 20"/>
            <p:cNvSpPr>
              <a:extLst>
                <a:ext uri="smNativeData">
                  <pr:smNativeData xmlns:pr="smNativeData" xmlns="smNativeData" val="SMDATA_15_9lpfaRMAAAAlAAAACwAAAA0AAAAAAAAAAAAAAACpAwAAqQMAAAAAAAAAAAAAAAAAAAEAAABQAAAAAAAAAAAA4D8AAAAAAADgPwAAAAAAAOA/AAAAAAAA4D8AAAAAAADgPwAAAAAAAOA/AAAAAAAA4D8AAAAAAADgPwAAAAAAAOA/AAAAAAAA4D8CAAAAjAAAAAEAAAACAAAA////AP///wgAAAAAAAAAABIwo2560uuw5JzJf+OeCVIB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J/f38A7uzhA8zMzADAwP8Af39/AAAAAAAAAAAAAAAAAAAAAAAAAAAAIQAAABgAAAAUAAAAGgQAAKQfAADYBgAAYiIAAAAAAAAmAAAACAAAAP//////////"/>
                </a:ext>
              </a:extLst>
            </p:cNvSpPr>
            <p:nvPr/>
          </p:nvSpPr>
          <p:spPr>
            <a:xfrm>
              <a:off x="666750" y="5143500"/>
              <a:ext cx="445770" cy="445770"/>
            </a:xfrm>
            <a:custGeom>
              <a:avLst/>
              <a:gdLst/>
              <a:ahLst/>
              <a:cxnLst/>
              <a:rect l="0" t="0" r="445770" b="445770"/>
              <a:pathLst>
                <a:path w="445770" h="445770">
                  <a:moveTo>
                    <a:pt x="0" y="0"/>
                  </a:moveTo>
                  <a:lnTo>
                    <a:pt x="445770" y="0"/>
                  </a:lnTo>
                  <a:lnTo>
                    <a:pt x="445770" y="445770"/>
                  </a:lnTo>
                  <a:lnTo>
                    <a:pt x="0" y="4457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stretch/>
            </a:blipFill>
            <a:ln>
              <a:noFill/>
            </a:ln>
            <a:effectLst/>
          </p:spPr>
        </p:sp>
      </p:grpSp>
      <p:grpSp>
        <p:nvGrpSpPr>
          <p:cNvPr id="21" name="Group 21"/>
          <p:cNvGrpSpPr>
            <a:extLst>
              <a:ext uri="smNativeData">
                <pr:smNativeData xmlns:pr="smNativeData" xmlns="smNativeData" val="SMDATA_6_9lpfaRMAAAAlAAAAAQAAAA8BAAAAkAAAAEgAAACQAAAASAAAAAAAAAAAAAAAAAAAABcAAAAUAAAAAAAAAAAAAAD/fwAA/38AAAAAAAAJAAAABAAAAGQAAAAfAAAAVAAAAAAAAAAAAAAAAAAAAAAAAAAAAAAAAAAAAAAAAAAAAAAAAAAAAAAAAAAAAAAAAAAAAAAAAAAAAAAAAAAAAAAAAAAAAAAAAAAAAAAAAAAAAAAAAAAAACEAAAAYAAAAFAAAADkaAACkHwAAQx8AAGIiAAAQAAAAJgAAAAgAAAD/////AAAAAA=="/>
              </a:ext>
            </a:extLst>
          </p:cNvGrpSpPr>
          <p:nvPr/>
        </p:nvGrpSpPr>
        <p:grpSpPr>
          <a:xfrm>
            <a:off x="4262755" y="5143500"/>
            <a:ext cx="819150" cy="445770"/>
            <a:chOff x="4262755" y="5143500"/>
            <a:chExt cx="819150" cy="445770"/>
          </a:xfrm>
        </p:grpSpPr>
        <p:sp>
          <p:nvSpPr>
            <p:cNvPr id="23" name="Freeform 22"/>
            <p:cNvSpPr>
              <a:extLst>
                <a:ext uri="smNativeData">
                  <pr:smNativeData xmlns:pr="smNativeData" xmlns="smNativeData" val="SMDATA_15_9lpfaRMAAAAlAAAACwAAAA0AAAAADwMAAAAAAAC4BgAAqQMAAAAAAAAAAAAAAAAAAAEAAABQAAAAAAAAAAAA4D8AAAAAAADgPwAAAAAAAOA/AAAAAAAA4D8AAAAAAADgPwAAAAAAAOA/AAAAAAAA4D8AAAAAAADgPwAAAAAAAOA/AAAAAAAA4D8CAAAAjAAAAAEAAAACAAAA////AP///wgAAAAAAAAAABIwo2560uuw5JzJf+OeCVIB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J/f38A7uzhA8zMzADAwP8Af39/AAAAAAAAAAAAAAAAAAAAAAAAAAAAIQAAABgAAAAUAAAAhRwAAKQfAABDHwAAYiIAAAAAAAAmAAAACAAAAP//////////"/>
                </a:ext>
              </a:extLst>
            </p:cNvSpPr>
            <p:nvPr/>
          </p:nvSpPr>
          <p:spPr>
            <a:xfrm>
              <a:off x="4636135" y="5143500"/>
              <a:ext cx="445770" cy="445770"/>
            </a:xfrm>
            <a:custGeom>
              <a:avLst/>
              <a:gdLst/>
              <a:ahLst/>
              <a:cxnLst/>
              <a:rect l="0" t="0" r="445770" b="445770"/>
              <a:pathLst>
                <a:path w="445770" h="445770">
                  <a:moveTo>
                    <a:pt x="0" y="0"/>
                  </a:moveTo>
                  <a:lnTo>
                    <a:pt x="445770" y="0"/>
                  </a:lnTo>
                  <a:lnTo>
                    <a:pt x="445770" y="445770"/>
                  </a:lnTo>
                  <a:lnTo>
                    <a:pt x="0" y="4457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stretch/>
            </a:blipFill>
            <a:ln>
              <a:noFill/>
            </a:ln>
            <a:effectLst/>
          </p:spPr>
        </p:sp>
        <p:sp>
          <p:nvSpPr>
            <p:cNvPr id="22" name="Freeform 23"/>
            <p:cNvSpPr>
              <a:extLst>
                <a:ext uri="smNativeData">
                  <pr:smNativeData xmlns:pr="smNativeData" xmlns="smNativeData" val="SMDATA_15_9lpfaRMAAAAlAAAACwAAAA0AAAAAAAAAAAAAAACpAwAAqQMAAAAAAAAAAAAAAAAAAAEAAABQAAAAAAAAAAAA4D8AAAAAAADgPwAAAAAAAOA/AAAAAAAA4D8AAAAAAADgPwAAAAAAAOA/AAAAAAAA4D8AAAAAAADgPwAAAAAAAOA/AAAAAAAA4D8CAAAAjAAAAAEAAAACAAAA////AP///wgAAAAAAAAAABIwo2560uuw5JzJf+OeCVIB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J/f38A7uzhA8zMzADAwP8Af39/AAAAAAAAAAAAAAAAAAAAAAAAAAAAIQAAABgAAAAUAAAAORoAAKQfAAD3HAAAYiIAAAAAAAAmAAAACAAAAP//////////"/>
                </a:ext>
              </a:extLst>
            </p:cNvSpPr>
            <p:nvPr/>
          </p:nvSpPr>
          <p:spPr>
            <a:xfrm>
              <a:off x="4262755" y="5143500"/>
              <a:ext cx="445770" cy="445770"/>
            </a:xfrm>
            <a:custGeom>
              <a:avLst/>
              <a:gdLst/>
              <a:ahLst/>
              <a:cxnLst/>
              <a:rect l="0" t="0" r="445770" b="445770"/>
              <a:pathLst>
                <a:path w="445770" h="445770">
                  <a:moveTo>
                    <a:pt x="0" y="0"/>
                  </a:moveTo>
                  <a:lnTo>
                    <a:pt x="445770" y="0"/>
                  </a:lnTo>
                  <a:lnTo>
                    <a:pt x="445770" y="445770"/>
                  </a:lnTo>
                  <a:lnTo>
                    <a:pt x="0" y="4457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stretch/>
            </a:blipFill>
            <a:ln>
              <a:noFill/>
            </a:ln>
            <a:effectLst/>
          </p:spPr>
        </p:sp>
      </p:grpSp>
      <p:grpSp>
        <p:nvGrpSpPr>
          <p:cNvPr id="24" name="Group 24"/>
          <p:cNvGrpSpPr>
            <a:extLst>
              <a:ext uri="smNativeData">
                <pr:smNativeData xmlns:pr="smNativeData" xmlns="smNativeData" val="SMDATA_6_9lpfaRMAAAAlAAAAAQAAAA8BAAAAkAAAAEgAAACQAAAASAAAAAAAAAAAAAAAAAAAABcAAAAUAAAAAAAAAAAAAAD/fwAA/38AAAAAAAAJAAAABAAAAAAAAAAfAAAAVAAAAAAAAAAAAAAAAAAAAAAAAAAAAAAAAAAAAAAAAAAAAAAAAAAAAAAAAAAAAAAAAAAAAAAAAAAAAAAAAAAAAAAAAAAAAAAAAAAAAAAAAAAAAAAAAAAAACEAAAAYAAAAFAAAAFcwAACkHwAAYTUAAGIiAAAQAAAAJgAAAAgAAAD/////AAAAAA=="/>
              </a:ext>
            </a:extLst>
          </p:cNvGrpSpPr>
          <p:nvPr/>
        </p:nvGrpSpPr>
        <p:grpSpPr>
          <a:xfrm>
            <a:off x="7858125" y="5143500"/>
            <a:ext cx="819150" cy="445770"/>
            <a:chOff x="7858125" y="5143500"/>
            <a:chExt cx="819150" cy="445770"/>
          </a:xfrm>
        </p:grpSpPr>
        <p:sp>
          <p:nvSpPr>
            <p:cNvPr id="26" name="Freeform 25"/>
            <p:cNvSpPr>
              <a:extLst>
                <a:ext uri="smNativeData">
                  <pr:smNativeData xmlns:pr="smNativeData" xmlns="smNativeData" val="SMDATA_15_9lpfaRMAAAAlAAAACwAAAA0AAAAADwMAAAAAAAC4BgAAqQMAAAAAAAAAAAAAAAAAAAEAAABQAAAAAAAAAAAA4D8AAAAAAADgPwAAAAAAAOA/AAAAAAAA4D8AAAAAAADgPwAAAAAAAOA/AAAAAAAA4D8AAAAAAADgPwAAAAAAAOA/AAAAAAAA4D8CAAAAjAAAAAEAAAACAAAA////AP///wgAAAAAAAAAABIwo2560uuw5JzJf+OeCVIB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J/f38A7uzhA8zMzADAwP8Af39/AAAAAAAAAAAAAAAAAAAAAAAAAAAAIQAAABgAAAAUAAAAozIAAKQfAABhNQAAYiIAAAAAAAAmAAAACAAAAP//////////"/>
                </a:ext>
              </a:extLst>
            </p:cNvSpPr>
            <p:nvPr/>
          </p:nvSpPr>
          <p:spPr>
            <a:xfrm>
              <a:off x="8231505" y="5143500"/>
              <a:ext cx="445770" cy="445770"/>
            </a:xfrm>
            <a:custGeom>
              <a:avLst/>
              <a:gdLst/>
              <a:ahLst/>
              <a:cxnLst/>
              <a:rect l="0" t="0" r="445770" b="445770"/>
              <a:pathLst>
                <a:path w="445770" h="445770">
                  <a:moveTo>
                    <a:pt x="0" y="0"/>
                  </a:moveTo>
                  <a:lnTo>
                    <a:pt x="445770" y="0"/>
                  </a:lnTo>
                  <a:lnTo>
                    <a:pt x="445770" y="445770"/>
                  </a:lnTo>
                  <a:lnTo>
                    <a:pt x="0" y="4457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stretch/>
            </a:blipFill>
            <a:ln>
              <a:noFill/>
            </a:ln>
            <a:effectLst/>
          </p:spPr>
        </p:sp>
        <p:sp>
          <p:nvSpPr>
            <p:cNvPr id="25" name="Freeform 26"/>
            <p:cNvSpPr>
              <a:extLst>
                <a:ext uri="smNativeData">
                  <pr:smNativeData xmlns:pr="smNativeData" xmlns="smNativeData" val="SMDATA_15_9lpfaRMAAAAlAAAACwAAAA0AAAAAAAAAAAAAAACpAwAAqQMAAAAAAAAAAAAAAAAAAAEAAABQAAAAAAAAAAAA4D8AAAAAAADgPwAAAAAAAOA/AAAAAAAA4D8AAAAAAADgPwAAAAAAAOA/AAAAAAAA4D8AAAAAAADgPwAAAAAAAOA/AAAAAAAA4D8CAAAAjAAAAAEAAAACAAAA////AP///wgAAAAAAAAAABIwo2560uuw5JzJf+OeCVIB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J/f38A7uzhA8zMzADAwP8Af39/AAAAAAAAAAAAAAAAAAAAAAAAAAAAIQAAABgAAAAUAAAAVzAAAKQfAAAVMwAAYiIAAAAAAAAmAAAACAAAAP//////////"/>
                </a:ext>
              </a:extLst>
            </p:cNvSpPr>
            <p:nvPr/>
          </p:nvSpPr>
          <p:spPr>
            <a:xfrm>
              <a:off x="7858125" y="5143500"/>
              <a:ext cx="445770" cy="445770"/>
            </a:xfrm>
            <a:custGeom>
              <a:avLst/>
              <a:gdLst/>
              <a:ahLst/>
              <a:cxnLst/>
              <a:rect l="0" t="0" r="445770" b="445770"/>
              <a:pathLst>
                <a:path w="445770" h="445770">
                  <a:moveTo>
                    <a:pt x="0" y="0"/>
                  </a:moveTo>
                  <a:lnTo>
                    <a:pt x="445770" y="0"/>
                  </a:lnTo>
                  <a:lnTo>
                    <a:pt x="445770" y="445770"/>
                  </a:lnTo>
                  <a:lnTo>
                    <a:pt x="0" y="4457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stretch/>
            </a:blipFill>
            <a:ln>
              <a:noFill/>
            </a:ln>
            <a:effectLst/>
          </p:spPr>
        </p:sp>
      </p:grpSp>
      <p:grpSp>
        <p:nvGrpSpPr>
          <p:cNvPr id="27" name="Group 27"/>
          <p:cNvGrpSpPr>
            <a:extLst>
              <a:ext uri="smNativeData">
                <pr:smNativeData xmlns:pr="smNativeData" xmlns="smNativeData" val="SMDATA_6_9lpfaRMAAAAlAAAAAQAAAA8BAAAAkAAAAEgAAACQAAAASAAAAAAAAAAAAAAAAAAAABcAAAAUAAAAAAAAAAAAAAD/fwAA/38AAAAAAAAJAAAABAAAAAAAAAAfAAAAVAAAAAAAAAAAAAAAAAAAAAAAAAAAAAAAAAAAAAAAAAAAAAAAAAAAAAAAAAAAAAAAAAAAAAAAAAAAAAAAAAAAAAAAAAAAAAAAAAAAAAAAAAAAAAAAAAAAACEAAAAYAAAAFAAAAHZGAACkHwAAgEsAAGIiAAAQAAAAJgAAAAgAAAD/////AAAAAA=="/>
              </a:ext>
            </a:extLst>
          </p:cNvGrpSpPr>
          <p:nvPr/>
        </p:nvGrpSpPr>
        <p:grpSpPr>
          <a:xfrm>
            <a:off x="11454130" y="5143500"/>
            <a:ext cx="819150" cy="445770"/>
            <a:chOff x="11454130" y="5143500"/>
            <a:chExt cx="819150" cy="445770"/>
          </a:xfrm>
        </p:grpSpPr>
        <p:sp>
          <p:nvSpPr>
            <p:cNvPr id="29" name="Freeform 28"/>
            <p:cNvSpPr>
              <a:extLst>
                <a:ext uri="smNativeData">
                  <pr:smNativeData xmlns:pr="smNativeData" xmlns="smNativeData" val="SMDATA_15_9lpfaRMAAAAlAAAACwAAAA0AAAAADwMAAAAAAAC4BgAAqQMAAAAAAAAAAAAAAAAAAAEAAABQAAAAAAAAAAAA4D8AAAAAAADgPwAAAAAAAOA/AAAAAAAA4D8AAAAAAADgPwAAAAAAAOA/AAAAAAAA4D8AAAAAAADgPwAAAAAAAOA/AAAAAAAA4D8CAAAAjAAAAAEAAAACAAAA////AP///wgAAAAAAAAAABIwo2560uuw5JzJf+OeCVIB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J/f38A7uzhA8zMzADAwP8Af39/AAAAAAAAAAAAAAAAAAAAAAAAAAAAIQAAABgAAAAUAAAAwkgAAKQfAACASwAAYiIAAAAAAAAmAAAACAAAAP//////////"/>
                </a:ext>
              </a:extLst>
            </p:cNvSpPr>
            <p:nvPr/>
          </p:nvSpPr>
          <p:spPr>
            <a:xfrm>
              <a:off x="11827510" y="5143500"/>
              <a:ext cx="445770" cy="445770"/>
            </a:xfrm>
            <a:custGeom>
              <a:avLst/>
              <a:gdLst/>
              <a:ahLst/>
              <a:cxnLst/>
              <a:rect l="0" t="0" r="445770" b="445770"/>
              <a:pathLst>
                <a:path w="445770" h="445770">
                  <a:moveTo>
                    <a:pt x="0" y="0"/>
                  </a:moveTo>
                  <a:lnTo>
                    <a:pt x="445770" y="0"/>
                  </a:lnTo>
                  <a:lnTo>
                    <a:pt x="445770" y="445770"/>
                  </a:lnTo>
                  <a:lnTo>
                    <a:pt x="0" y="4457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stretch/>
            </a:blipFill>
            <a:ln>
              <a:noFill/>
            </a:ln>
            <a:effectLst/>
          </p:spPr>
        </p:sp>
        <p:sp>
          <p:nvSpPr>
            <p:cNvPr id="28" name="Freeform 29"/>
            <p:cNvSpPr>
              <a:extLst>
                <a:ext uri="smNativeData">
                  <pr:smNativeData xmlns:pr="smNativeData" xmlns="smNativeData" val="SMDATA_15_9lpfaRMAAAAlAAAACwAAAA0AAAAAAAAAAAAAAACpAwAAqQMAAAAAAAAAAAAAAAAAAAEAAABQAAAAAAAAAAAA4D8AAAAAAADgPwAAAAAAAOA/AAAAAAAA4D8AAAAAAADgPwAAAAAAAOA/AAAAAAAA4D8AAAAAAADgPwAAAAAAAOA/AAAAAAAA4D8CAAAAjAAAAAEAAAACAAAA////AP///wgAAAAAAAAAABIwo2560uuw5JzJf+OeCVIB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J/f38A7uzhA8zMzADAwP8Af39/AAAAAAAAAAAAAAAAAAAAAAAAAAAAIQAAABgAAAAUAAAAdkYAAKQfAAA0SQAAYiIAAAAAAAAmAAAACAAAAP//////////"/>
                </a:ext>
              </a:extLst>
            </p:cNvSpPr>
            <p:nvPr/>
          </p:nvSpPr>
          <p:spPr>
            <a:xfrm>
              <a:off x="11454130" y="5143500"/>
              <a:ext cx="445770" cy="445770"/>
            </a:xfrm>
            <a:custGeom>
              <a:avLst/>
              <a:gdLst/>
              <a:ahLst/>
              <a:cxnLst/>
              <a:rect l="0" t="0" r="445770" b="445770"/>
              <a:pathLst>
                <a:path w="445770" h="445770">
                  <a:moveTo>
                    <a:pt x="0" y="0"/>
                  </a:moveTo>
                  <a:lnTo>
                    <a:pt x="445770" y="0"/>
                  </a:lnTo>
                  <a:lnTo>
                    <a:pt x="445770" y="445770"/>
                  </a:lnTo>
                  <a:lnTo>
                    <a:pt x="0" y="4457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stretch/>
            </a:blipFill>
            <a:ln>
              <a:noFill/>
            </a:ln>
            <a:effectLst/>
          </p:spPr>
        </p:sp>
      </p:grpSp>
      <p:grpSp>
        <p:nvGrpSpPr>
          <p:cNvPr id="30" name="Group 30"/>
          <p:cNvGrpSpPr>
            <a:extLst>
              <a:ext uri="smNativeData">
                <pr:smNativeData xmlns:pr="smNativeData" xmlns="smNativeData" val="SMDATA_6_9lpfaRMAAAAlAAAAAQAAAA8BAAAAkAAAAEgAAACQAAAASAAAAAAAAAAAAAAAAAAAABcAAAAUAAAAAAAAAAAAAAD/fwAA/38AAAAAAAAJAAAABAAAAHoAewAfAAAAVAAAAAAAAAAAAAAAAAAAAAAAAAAAAAAAAAAAAAAAAAAAAAAAAAAAAAAAAAAAAAAAAAAAAAAAAAAAAAAAAAAAAAAAAAAAAAAAAAAAAAAAAAAAAAAAAAAAACEAAAAYAAAAFAAAAJRcAACkHwAAnmEAAGIiAAAQAAAAJgAAAAgAAAD/////AAAAAA=="/>
              </a:ext>
            </a:extLst>
          </p:cNvGrpSpPr>
          <p:nvPr/>
        </p:nvGrpSpPr>
        <p:grpSpPr>
          <a:xfrm>
            <a:off x="15049500" y="5143500"/>
            <a:ext cx="819150" cy="445770"/>
            <a:chOff x="15049500" y="5143500"/>
            <a:chExt cx="819150" cy="445770"/>
          </a:xfrm>
        </p:grpSpPr>
        <p:sp>
          <p:nvSpPr>
            <p:cNvPr id="32" name="Freeform 31"/>
            <p:cNvSpPr>
              <a:extLst>
                <a:ext uri="smNativeData">
                  <pr:smNativeData xmlns:pr="smNativeData" xmlns="smNativeData" val="SMDATA_15_9lpfaRMAAAAlAAAACwAAAA0AAAAADwMAAAAAAAC4BgAAqQMAAAAAAAAAAAAAAAAAAAEAAABQAAAAAAAAAAAA4D8AAAAAAADgPwAAAAAAAOA/AAAAAAAA4D8AAAAAAADgPwAAAAAAAOA/AAAAAAAA4D8AAAAAAADgPwAAAAAAAOA/AAAAAAAA4D8CAAAAjAAAAAEAAAACAAAA////AP///wgAAAAAAAAAABIwo2560uuw5JzJf+OeCVIB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J/f38A7uzhA8zMzADAwP8Af39/AAAAAAAAAAAAAAAAAAAAAAAAAAAAIQAAABgAAAAUAAAA4F4AAKQfAACeYQAAYiIAAAAAAAAmAAAACAAAAP//////////"/>
                </a:ext>
              </a:extLst>
            </p:cNvSpPr>
            <p:nvPr/>
          </p:nvSpPr>
          <p:spPr>
            <a:xfrm>
              <a:off x="15422880" y="5143500"/>
              <a:ext cx="445770" cy="445770"/>
            </a:xfrm>
            <a:custGeom>
              <a:avLst/>
              <a:gdLst/>
              <a:ahLst/>
              <a:cxnLst/>
              <a:rect l="0" t="0" r="445770" b="445770"/>
              <a:pathLst>
                <a:path w="445770" h="445770">
                  <a:moveTo>
                    <a:pt x="0" y="0"/>
                  </a:moveTo>
                  <a:lnTo>
                    <a:pt x="445770" y="0"/>
                  </a:lnTo>
                  <a:lnTo>
                    <a:pt x="445770" y="445770"/>
                  </a:lnTo>
                  <a:lnTo>
                    <a:pt x="0" y="4457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stretch/>
            </a:blipFill>
            <a:ln>
              <a:noFill/>
            </a:ln>
            <a:effectLst/>
          </p:spPr>
        </p:sp>
        <p:sp>
          <p:nvSpPr>
            <p:cNvPr id="31" name="Freeform 32"/>
            <p:cNvSpPr>
              <a:extLst>
                <a:ext uri="smNativeData">
                  <pr:smNativeData xmlns:pr="smNativeData" xmlns="smNativeData" val="SMDATA_15_9lpfaRMAAAAlAAAACwAAAA0AAAAAAAAAAAAAAACpAwAAqQMAAAAAAAAAAAAAAAAAAAEAAABQAAAAAAAAAAAA4D8AAAAAAADgPwAAAAAAAOA/AAAAAAAA4D8AAAAAAADgPwAAAAAAAOA/AAAAAAAA4D8AAAAAAADgPwAAAAAAAOA/AAAAAAAA4D8CAAAAjAAAAAEAAAACAAAA////AP///wgAAAAAAAAAABIwo2560uuw5JzJf+OeCVIB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J/f38A7uzhA8zMzADAwP8Af39/AAAAAAAAAAAAAAAAAAAAAAAAAAAAIQAAABgAAAAUAAAAlFwAAKQfAABSXwAAYiIAAAAAAAAmAAAACAAAAP//////////"/>
                </a:ext>
              </a:extLst>
            </p:cNvSpPr>
            <p:nvPr/>
          </p:nvSpPr>
          <p:spPr>
            <a:xfrm>
              <a:off x="15049500" y="5143500"/>
              <a:ext cx="445770" cy="445770"/>
            </a:xfrm>
            <a:custGeom>
              <a:avLst/>
              <a:gdLst/>
              <a:ahLst/>
              <a:cxnLst/>
              <a:rect l="0" t="0" r="445770" b="445770"/>
              <a:pathLst>
                <a:path w="445770" h="445770">
                  <a:moveTo>
                    <a:pt x="0" y="0"/>
                  </a:moveTo>
                  <a:lnTo>
                    <a:pt x="445770" y="0"/>
                  </a:lnTo>
                  <a:lnTo>
                    <a:pt x="445770" y="445770"/>
                  </a:lnTo>
                  <a:lnTo>
                    <a:pt x="0" y="4457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stretch/>
            </a:blipFill>
            <a:ln>
              <a:noFill/>
            </a:ln>
            <a:effectLst/>
          </p:spPr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bg>
      <p:bgPr>
        <a:solidFill>
          <a:srgbClr val="0A1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extLst>
              <a:ext uri="smNativeData">
                <pr:smNativeData xmlns:pr="smNativeData" xmlns="smNativeData" val="SMDATA_6_9lpfaRMAAAAlAAAAAQAAAA8BAAAAkAAAAEgAAACQAAAASAAAAAAAAAAAAAAAAAAAABcAAAAUAAAAAAAAAAAAAAD/fwAA/38AAAAAAAAJAAAABAAAAHIvAAAfAAAAVAAAAAAAAAAAAAAAAAAAAAAAAAAAAAAAAAAAAAAAAAAAAAAAAAAAAAAAAAAAAAAAAAAAAAAAAAAAAAAAAAAAAAAAAAAAAAAAAAAAAAAAAAAAAAAAAAAAACEAAAAYAAAAFAAAABoEAAAmJQAA7BMAAHYzAAAQAAAAJgAAAAgAAAD/////AAAAAA=="/>
              </a:ext>
            </a:extLst>
          </p:cNvGrpSpPr>
          <p:nvPr/>
        </p:nvGrpSpPr>
        <p:grpSpPr>
          <a:xfrm>
            <a:off x="666750" y="6038850"/>
            <a:ext cx="2571750" cy="2326640"/>
            <a:chOff x="666750" y="6038850"/>
            <a:chExt cx="2571750" cy="2326640"/>
          </a:xfrm>
        </p:grpSpPr>
        <p:sp>
          <p:nvSpPr>
            <p:cNvPr id="4" name="TextBox 3"/>
            <p:cNvSpPr>
              <a:extLst>
                <a:ext uri="smNativeData">
                  <pr:smNativeData xmlns:pr="smNativeData" xmlns="smNativeData" val="SMDATA_15_9lpfaR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EAA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GgQAAHkqAADsEwAAdjMAAAAgAAAmAAAACAAAAP//////////"/>
                </a:ext>
              </a:extLst>
            </p:cNvSpPr>
            <p:nvPr/>
          </p:nvSpPr>
          <p:spPr>
            <a:xfrm>
              <a:off x="666750" y="6904355"/>
              <a:ext cx="2571750" cy="146113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0" rIns="0" bIns="0" numCol="1" spcCol="215900" anchor="t"/>
            <a:lstStyle/>
            <a:p>
              <a:pPr marL="0" indent="0" algn="l">
                <a:lnSpc>
                  <a:spcPts val="2940"/>
                </a:lnSpc>
                <a:defRPr lang="en-us"/>
              </a:pPr>
              <a:r>
                <a:rPr lang="en-us" sz="2100" cap="none" spc="-11">
                  <a:solidFill>
                    <a:srgbClr val="DCEEFF"/>
                  </a:solidFill>
                  <a:latin typeface="TT Fors" pitchFamily="0" charset="0"/>
                  <a:ea typeface="TT Fors" pitchFamily="0" charset="0"/>
                  <a:cs typeface="TT Fors" pitchFamily="0" charset="0"/>
                </a:rPr>
                <a:t>Privacy budget (ε) determines the level of data privacy assurance.</a:t>
              </a:r>
              <a:endParaRPr lang="en-us" sz="2100" cap="none" spc="-11">
                <a:solidFill>
                  <a:srgbClr val="DCEEFF"/>
                </a:solidFill>
                <a:latin typeface="TT Fors" pitchFamily="0" charset="0"/>
                <a:ea typeface="TT Fors" pitchFamily="0" charset="0"/>
                <a:cs typeface="TT Fors" pitchFamily="0" charset="0"/>
              </a:endParaRPr>
            </a:p>
          </p:txBody>
        </p:sp>
        <p:sp>
          <p:nvSpPr>
            <p:cNvPr id="3" name="TextBox 4"/>
            <p:cNvSpPr>
              <a:extLst>
                <a:ext uri="smNativeData">
                  <pr:smNativeData xmlns:pr="smNativeData" xmlns="smNativeData" val="SMDATA_15_9lpfaR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N3PoE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GgQAANckAAA/DgAAIygAAAAgAAAmAAAACAAAAP//////////"/>
                </a:ext>
              </a:extLst>
            </p:cNvSpPr>
            <p:nvPr/>
          </p:nvSpPr>
          <p:spPr>
            <a:xfrm>
              <a:off x="666750" y="5988685"/>
              <a:ext cx="1649095" cy="53594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0" rIns="0" bIns="0" numCol="1" spcCol="215900" anchor="t"/>
            <a:lstStyle/>
            <a:p>
              <a:pPr lvl="1" marL="0" indent="0" algn="l">
                <a:lnSpc>
                  <a:spcPts val="3835"/>
                </a:lnSpc>
                <a:spcBef>
                  <a:spcPts val="0"/>
                </a:spcBef>
                <a:defRPr lang="en-us"/>
              </a:pPr>
              <a:r>
                <a:rPr lang="en-us" sz="3195" cap="none" spc="-21">
                  <a:solidFill>
                    <a:srgbClr val="DCEEFF"/>
                  </a:solidFill>
                  <a:latin typeface="ITC Avant Garde Gothic" pitchFamily="0" charset="0"/>
                  <a:ea typeface="ITC Avant Garde Gothic" pitchFamily="0" charset="0"/>
                  <a:cs typeface="ITC Avant Garde Gothic" pitchFamily="0" charset="0"/>
                </a:rPr>
                <a:t>01</a:t>
              </a:r>
              <a:endParaRPr lang="en-us" sz="3195" cap="none" spc="-21">
                <a:solidFill>
                  <a:srgbClr val="DCEEFF"/>
                </a:solidFill>
                <a:latin typeface="ITC Avant Garde Gothic" pitchFamily="0" charset="0"/>
                <a:ea typeface="ITC Avant Garde Gothic" pitchFamily="0" charset="0"/>
                <a:cs typeface="ITC Avant Garde Gothic" pitchFamily="0" charset="0"/>
              </a:endParaRPr>
            </a:p>
          </p:txBody>
        </p:sp>
      </p:grpSp>
      <p:grpSp>
        <p:nvGrpSpPr>
          <p:cNvPr id="5" name="Group 5"/>
          <p:cNvGrpSpPr>
            <a:extLst>
              <a:ext uri="smNativeData">
                <pr:smNativeData xmlns:pr="smNativeData" xmlns="smNativeData" val="SMDATA_6_9lpfaRMAAAAlAAAAAQAAAA8BAAAAkAAAAEgAAACQAAAASAAAAAAAAAAAAAAAAAAAABcAAAAUAAAAAAAAAAAAAAD/fwAA/38AAAAAAAAJAAAABAAAAFj/AI8fAAAAVAAAAAAAAAAAAAAAAAAAAAAAAAAAAAAAAAAAAAAAAAAAAAAAAAAAAAAAAAAAAAAAAAAAAAAAAAAAAAAAAAAAAAAAAAAAAAAAAAAAAAAAAAAAAAAAAAAAACEAAAAYAAAAFAAAAKUeAAAmJQAAdy4AAAg4AAAQAAAAJgAAAAgAAAD/////AAAAAA=="/>
              </a:ext>
            </a:extLst>
          </p:cNvGrpSpPr>
          <p:nvPr/>
        </p:nvGrpSpPr>
        <p:grpSpPr>
          <a:xfrm>
            <a:off x="4981575" y="6038850"/>
            <a:ext cx="2571750" cy="3069590"/>
            <a:chOff x="4981575" y="6038850"/>
            <a:chExt cx="2571750" cy="3069590"/>
          </a:xfrm>
        </p:grpSpPr>
        <p:sp>
          <p:nvSpPr>
            <p:cNvPr id="7" name="TextBox 6"/>
            <p:cNvSpPr>
              <a:extLst>
                <a:ext uri="smNativeData">
                  <pr:smNativeData xmlns:pr="smNativeData" xmlns="smNativeData" val="SMDATA_15_9lpfaR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MM0lZk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pR4AAHkqAAB3LgAACDgAAAAgAAAmAAAACAAAAP//////////"/>
                </a:ext>
              </a:extLst>
            </p:cNvSpPr>
            <p:nvPr/>
          </p:nvSpPr>
          <p:spPr>
            <a:xfrm>
              <a:off x="4981575" y="6904355"/>
              <a:ext cx="2571750" cy="220408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0" rIns="0" bIns="0" numCol="1" spcCol="215900" anchor="t"/>
            <a:lstStyle/>
            <a:p>
              <a:pPr marL="0" indent="0" algn="l">
                <a:lnSpc>
                  <a:spcPts val="2940"/>
                </a:lnSpc>
                <a:defRPr lang="en-us"/>
              </a:pPr>
              <a:r>
                <a:rPr lang="en-us" sz="2100" cap="none" spc="-11">
                  <a:solidFill>
                    <a:srgbClr val="DCEEFF"/>
                  </a:solidFill>
                  <a:latin typeface="TT Fors" pitchFamily="0" charset="0"/>
                  <a:ea typeface="TT Fors" pitchFamily="0" charset="0"/>
                  <a:cs typeface="TT Fors" pitchFamily="0" charset="0"/>
                </a:rPr>
                <a:t>Non-IID severity affects model performance and generalization capabilities significantly.</a:t>
              </a:r>
              <a:endParaRPr lang="en-us" sz="2100" cap="none" spc="-11">
                <a:solidFill>
                  <a:srgbClr val="DCEEFF"/>
                </a:solidFill>
                <a:latin typeface="TT Fors" pitchFamily="0" charset="0"/>
                <a:ea typeface="TT Fors" pitchFamily="0" charset="0"/>
                <a:cs typeface="TT Fors" pitchFamily="0" charset="0"/>
              </a:endParaRPr>
            </a:p>
          </p:txBody>
        </p:sp>
        <p:sp>
          <p:nvSpPr>
            <p:cNvPr id="6" name="TextBox 7"/>
            <p:cNvSpPr>
              <a:extLst>
                <a:ext uri="smNativeData">
                  <pr:smNativeData xmlns:pr="smNativeData" xmlns="smNativeData" val="SMDATA_15_9lpfaR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K6FTM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pR4AANckAADKKAAAIygAAAAgAAAmAAAACAAAAP//////////"/>
                </a:ext>
              </a:extLst>
            </p:cNvSpPr>
            <p:nvPr/>
          </p:nvSpPr>
          <p:spPr>
            <a:xfrm>
              <a:off x="4981575" y="5988685"/>
              <a:ext cx="1649095" cy="53594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0" rIns="0" bIns="0" numCol="1" spcCol="215900" anchor="t"/>
            <a:lstStyle/>
            <a:p>
              <a:pPr lvl="1" marL="0" indent="0" algn="l">
                <a:lnSpc>
                  <a:spcPts val="3835"/>
                </a:lnSpc>
                <a:spcBef>
                  <a:spcPts val="0"/>
                </a:spcBef>
                <a:defRPr lang="en-us"/>
              </a:pPr>
              <a:r>
                <a:rPr lang="en-us" sz="3195" cap="none" spc="-21">
                  <a:solidFill>
                    <a:srgbClr val="DCEEFF"/>
                  </a:solidFill>
                  <a:latin typeface="ITC Avant Garde Gothic" pitchFamily="0" charset="0"/>
                  <a:ea typeface="ITC Avant Garde Gothic" pitchFamily="0" charset="0"/>
                  <a:cs typeface="ITC Avant Garde Gothic" pitchFamily="0" charset="0"/>
                </a:rPr>
                <a:t>02</a:t>
              </a:r>
              <a:endParaRPr lang="en-us" sz="3195" cap="none" spc="-21">
                <a:solidFill>
                  <a:srgbClr val="DCEEFF"/>
                </a:solidFill>
                <a:latin typeface="ITC Avant Garde Gothic" pitchFamily="0" charset="0"/>
                <a:ea typeface="ITC Avant Garde Gothic" pitchFamily="0" charset="0"/>
                <a:cs typeface="ITC Avant Garde Gothic" pitchFamily="0" charset="0"/>
              </a:endParaRPr>
            </a:p>
          </p:txBody>
        </p:sp>
      </p:grpSp>
      <p:grpSp>
        <p:nvGrpSpPr>
          <p:cNvPr id="8" name="Group 8"/>
          <p:cNvGrpSpPr>
            <a:extLst>
              <a:ext uri="smNativeData">
                <pr:smNativeData xmlns:pr="smNativeData" xmlns="smNativeData" val="SMDATA_6_9lpfaRMAAAAlAAAAAQAAAA8BAAAAkAAAAEgAAACQAAAASAAAAAAAAAAAAAAAAAAAABcAAAAUAAAAAAAAAAAAAAD/fwAA/38AAAAAAAAJAAAABAAAAFfT9Q8fAAAAVAAAAAAAAAAAAAAAAAAAAAAAAAAAAAAAAAAAAAAAAAAAAAAAAAAAAAAAAAAAAAAAAAAAAAAAAAAAAAAAAAAAAAAAAAAAAAAAAAAAAAAAAAAAAAAAAAAAACEAAAAYAAAAFAAAADA5AAAmJQAAAkkAAHYzAAAQAAAAJgAAAAgAAAD/////AAAAAA=="/>
              </a:ext>
            </a:extLst>
          </p:cNvGrpSpPr>
          <p:nvPr/>
        </p:nvGrpSpPr>
        <p:grpSpPr>
          <a:xfrm>
            <a:off x="9296400" y="6038850"/>
            <a:ext cx="2571750" cy="2326640"/>
            <a:chOff x="9296400" y="6038850"/>
            <a:chExt cx="2571750" cy="2326640"/>
          </a:xfrm>
        </p:grpSpPr>
        <p:sp>
          <p:nvSpPr>
            <p:cNvPr id="10" name="TextBox 9"/>
            <p:cNvSpPr>
              <a:extLst>
                <a:ext uri="smNativeData">
                  <pr:smNativeData xmlns:pr="smNativeData" xmlns="smNativeData" val="SMDATA_15_9lpfaR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D/x6y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MDkAAHkqAAACSQAAdjMAAAAgAAAmAAAACAAAAP//////////"/>
                </a:ext>
              </a:extLst>
            </p:cNvSpPr>
            <p:nvPr/>
          </p:nvSpPr>
          <p:spPr>
            <a:xfrm>
              <a:off x="9296400" y="6904355"/>
              <a:ext cx="2571750" cy="146113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0" rIns="0" bIns="0" numCol="1" spcCol="215900" anchor="t"/>
            <a:lstStyle/>
            <a:p>
              <a:pPr marL="0" indent="0" algn="l">
                <a:lnSpc>
                  <a:spcPts val="2940"/>
                </a:lnSpc>
                <a:defRPr lang="en-us"/>
              </a:pPr>
              <a:r>
                <a:rPr lang="en-us" sz="2100" cap="none" spc="-11">
                  <a:solidFill>
                    <a:srgbClr val="DCEEFF"/>
                  </a:solidFill>
                  <a:latin typeface="TT Fors" pitchFamily="0" charset="0"/>
                  <a:ea typeface="TT Fors" pitchFamily="0" charset="0"/>
                  <a:cs typeface="TT Fors" pitchFamily="0" charset="0"/>
                </a:rPr>
                <a:t>Client fraction influences the training efficiency and convergence speed.</a:t>
              </a:r>
              <a:endParaRPr lang="en-us" sz="2100" cap="none" spc="-11">
                <a:solidFill>
                  <a:srgbClr val="DCEEFF"/>
                </a:solidFill>
                <a:latin typeface="TT Fors" pitchFamily="0" charset="0"/>
                <a:ea typeface="TT Fors" pitchFamily="0" charset="0"/>
                <a:cs typeface="TT Fors" pitchFamily="0" charset="0"/>
              </a:endParaRPr>
            </a:p>
          </p:txBody>
        </p:sp>
        <p:sp>
          <p:nvSpPr>
            <p:cNvPr id="9" name="TextBox 10"/>
            <p:cNvSpPr>
              <a:extLst>
                <a:ext uri="smNativeData">
                  <pr:smNativeData xmlns:pr="smNativeData" xmlns="smNativeData" val="SMDATA_15_9lpfaR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HMf7/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MDkAANckAABVQwAAIygAAAAgAAAmAAAACAAAAP//////////"/>
                </a:ext>
              </a:extLst>
            </p:cNvSpPr>
            <p:nvPr/>
          </p:nvSpPr>
          <p:spPr>
            <a:xfrm>
              <a:off x="9296400" y="5988685"/>
              <a:ext cx="1649095" cy="53594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0" rIns="0" bIns="0" numCol="1" spcCol="215900" anchor="t"/>
            <a:lstStyle/>
            <a:p>
              <a:pPr lvl="1" marL="0" indent="0" algn="l">
                <a:lnSpc>
                  <a:spcPts val="3835"/>
                </a:lnSpc>
                <a:spcBef>
                  <a:spcPts val="0"/>
                </a:spcBef>
                <a:defRPr lang="en-us"/>
              </a:pPr>
              <a:r>
                <a:rPr lang="en-us" sz="3195" cap="none" spc="-21">
                  <a:solidFill>
                    <a:srgbClr val="DCEEFF"/>
                  </a:solidFill>
                  <a:latin typeface="ITC Avant Garde Gothic" pitchFamily="0" charset="0"/>
                  <a:ea typeface="ITC Avant Garde Gothic" pitchFamily="0" charset="0"/>
                  <a:cs typeface="ITC Avant Garde Gothic" pitchFamily="0" charset="0"/>
                </a:rPr>
                <a:t>03</a:t>
              </a:r>
              <a:endParaRPr lang="en-us" sz="3195" cap="none" spc="-21">
                <a:solidFill>
                  <a:srgbClr val="DCEEFF"/>
                </a:solidFill>
                <a:latin typeface="ITC Avant Garde Gothic" pitchFamily="0" charset="0"/>
                <a:ea typeface="ITC Avant Garde Gothic" pitchFamily="0" charset="0"/>
                <a:cs typeface="ITC Avant Garde Gothic" pitchFamily="0" charset="0"/>
              </a:endParaRPr>
            </a:p>
          </p:txBody>
        </p:sp>
      </p:grpSp>
      <p:grpSp>
        <p:nvGrpSpPr>
          <p:cNvPr id="11" name="Group 11"/>
          <p:cNvGrpSpPr>
            <a:extLst>
              <a:ext uri="smNativeData">
                <pr:smNativeData xmlns:pr="smNativeData" xmlns="smNativeData" val="SMDATA_6_9lpfaRMAAAAlAAAAAQAAAA8BAAAAkAAAAEgAAACQAAAASAAAAAAAAAAAAAAAAAAAABcAAAAUAAAAAAAAAAAAAAD/fwAA/38AAAAAAAAJAAAABAAAAEnneV0fAAAAVAAAAAAAAAAAAAAAAAAAAAAAAAAAAAAAAAAAAAAAAAAAAAAAAAAAAAAAAAAAAAAAAAAAAAAAAAAAAAAAAAAAAAAAAAAAAAAAAAAAAAAAAAAAAAAAAAAAACEAAAAYAAAAFAAAALtTAAAmJQAAjWMAAHYzAAAQAAAAJgAAAAgAAAD/////AAAAAA=="/>
              </a:ext>
            </a:extLst>
          </p:cNvGrpSpPr>
          <p:nvPr/>
        </p:nvGrpSpPr>
        <p:grpSpPr>
          <a:xfrm>
            <a:off x="13611225" y="6038850"/>
            <a:ext cx="2571750" cy="2326640"/>
            <a:chOff x="13611225" y="6038850"/>
            <a:chExt cx="2571750" cy="2326640"/>
          </a:xfrm>
        </p:grpSpPr>
        <p:sp>
          <p:nvSpPr>
            <p:cNvPr id="13" name="TextBox 12"/>
            <p:cNvSpPr>
              <a:extLst>
                <a:ext uri="smNativeData">
                  <pr:smNativeData xmlns:pr="smNativeData" xmlns="smNativeData" val="SMDATA_15_9lpfaR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HVoue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u1MAAHkqAACNYwAAdjMAAAAgAAAmAAAACAAAAP//////////"/>
                </a:ext>
              </a:extLst>
            </p:cNvSpPr>
            <p:nvPr/>
          </p:nvSpPr>
          <p:spPr>
            <a:xfrm>
              <a:off x="13611225" y="6904355"/>
              <a:ext cx="2571750" cy="146113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0" rIns="0" bIns="0" numCol="1" spcCol="215900" anchor="t"/>
            <a:lstStyle/>
            <a:p>
              <a:pPr marL="0" indent="0" algn="l">
                <a:lnSpc>
                  <a:spcPts val="2940"/>
                </a:lnSpc>
                <a:defRPr lang="en-us"/>
              </a:pPr>
              <a:r>
                <a:rPr lang="en-us" sz="2100" cap="none" spc="-11">
                  <a:solidFill>
                    <a:srgbClr val="DCEEFF"/>
                  </a:solidFill>
                  <a:latin typeface="TT Fors" pitchFamily="0" charset="0"/>
                  <a:ea typeface="TT Fors" pitchFamily="0" charset="0"/>
                  <a:cs typeface="TT Fors" pitchFamily="0" charset="0"/>
                </a:rPr>
                <a:t>Balancing these variables is crucial for effective federated learning outcomes.</a:t>
              </a:r>
              <a:endParaRPr lang="en-us" sz="2100" cap="none" spc="-11">
                <a:solidFill>
                  <a:srgbClr val="DCEEFF"/>
                </a:solidFill>
                <a:latin typeface="TT Fors" pitchFamily="0" charset="0"/>
                <a:ea typeface="TT Fors" pitchFamily="0" charset="0"/>
                <a:cs typeface="TT Fors" pitchFamily="0" charset="0"/>
              </a:endParaRPr>
            </a:p>
          </p:txBody>
        </p:sp>
        <p:sp>
          <p:nvSpPr>
            <p:cNvPr id="12" name="TextBox 13"/>
            <p:cNvSpPr>
              <a:extLst>
                <a:ext uri="smNativeData">
                  <pr:smNativeData xmlns:pr="smNativeData" xmlns="smNativeData" val="SMDATA_15_9lpfaR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BmDjWY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u1MAANckAADgXQAAIygAAAAgAAAmAAAACAAAAP//////////"/>
                </a:ext>
              </a:extLst>
            </p:cNvSpPr>
            <p:nvPr/>
          </p:nvSpPr>
          <p:spPr>
            <a:xfrm>
              <a:off x="13611225" y="5988685"/>
              <a:ext cx="1649095" cy="53594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0" rIns="0" bIns="0" numCol="1" spcCol="215900" anchor="t"/>
            <a:lstStyle/>
            <a:p>
              <a:pPr lvl="1" marL="0" indent="0" algn="l">
                <a:lnSpc>
                  <a:spcPts val="3835"/>
                </a:lnSpc>
                <a:spcBef>
                  <a:spcPts val="0"/>
                </a:spcBef>
                <a:defRPr lang="en-us"/>
              </a:pPr>
              <a:r>
                <a:rPr lang="en-us" sz="3195" cap="none" spc="-21">
                  <a:solidFill>
                    <a:srgbClr val="DCEEFF"/>
                  </a:solidFill>
                  <a:latin typeface="ITC Avant Garde Gothic" pitchFamily="0" charset="0"/>
                  <a:ea typeface="ITC Avant Garde Gothic" pitchFamily="0" charset="0"/>
                  <a:cs typeface="ITC Avant Garde Gothic" pitchFamily="0" charset="0"/>
                </a:rPr>
                <a:t>04</a:t>
              </a:r>
              <a:endParaRPr lang="en-us" sz="3195" cap="none" spc="-21">
                <a:solidFill>
                  <a:srgbClr val="DCEEFF"/>
                </a:solidFill>
                <a:latin typeface="ITC Avant Garde Gothic" pitchFamily="0" charset="0"/>
                <a:ea typeface="ITC Avant Garde Gothic" pitchFamily="0" charset="0"/>
                <a:cs typeface="ITC Avant Garde Gothic" pitchFamily="0" charset="0"/>
              </a:endParaRPr>
            </a:p>
          </p:txBody>
        </p:sp>
      </p:grpSp>
      <p:sp>
        <p:nvSpPr>
          <p:cNvPr id="14" name="TextBox 14"/>
          <p:cNvSpPr>
            <a:extLst>
              <a:ext uri="smNativeData">
                <pr:smNativeData xmlns:pr="smNativeData" xmlns="smNativeData" val="SMDATA_15_9lpfaR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L/T5K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GgQAAAsEAAC0WgAAkAsAABAgAAAmAAAACAAAAP//////////"/>
              </a:ext>
            </a:extLst>
          </p:cNvSpPr>
          <p:nvPr/>
        </p:nvSpPr>
        <p:spPr>
          <a:xfrm>
            <a:off x="666750" y="657225"/>
            <a:ext cx="14077950" cy="12223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 marL="0" indent="0" algn="l">
              <a:lnSpc>
                <a:spcPts val="8000"/>
              </a:lnSpc>
              <a:spcBef>
                <a:spcPts val="0"/>
              </a:spcBef>
              <a:defRPr lang="en-us"/>
            </a:pPr>
            <a:r>
              <a:rPr lang="en-us" sz="8000" cap="none" spc="-51">
                <a:solidFill>
                  <a:srgbClr val="BAE1FF"/>
                </a:solidFill>
                <a:latin typeface="ITC Avant Garde Gothic" pitchFamily="0" charset="0"/>
                <a:ea typeface="ITC Avant Garde Gothic" pitchFamily="0" charset="0"/>
                <a:cs typeface="ITC Avant Garde Gothic" pitchFamily="0" charset="0"/>
              </a:rPr>
              <a:t>Experimental Design Variables</a:t>
            </a:r>
            <a:endParaRPr lang="en-us" sz="8000" cap="none" spc="-51">
              <a:solidFill>
                <a:srgbClr val="BAE1FF"/>
              </a:solidFill>
              <a:latin typeface="ITC Avant Garde Gothic" pitchFamily="0" charset="0"/>
              <a:ea typeface="ITC Avant Garde Gothic" pitchFamily="0" charset="0"/>
              <a:cs typeface="ITC Avant Garde Gothic" pitchFamily="0" charset="0"/>
            </a:endParaRPr>
          </a:p>
        </p:txBody>
      </p:sp>
      <p:grpSp>
        <p:nvGrpSpPr>
          <p:cNvPr id="15" name="Group 15"/>
          <p:cNvGrpSpPr>
            <a:extLst>
              <a:ext uri="smNativeData">
                <pr:smNativeData xmlns:pr="smNativeData" xmlns="smNativeData" val="SMDATA_6_9lpfaRMAAAAlAAAAAQAAAA8BAAAAkAAAAEgAAACQAAAASAAAAAAAAAAAAAAAAAAAABcAAAAUAAAAAAAAAAAAAAD/fwAA/38AAAAAAAAJAAAABAAAAGo6fDIfAAAAVAAAAAAAAAAAAAAAAAAAAAAAAAAAAAAAAAAAAAAAAAAAAAAAAAAAAAAAAAAAAAAAAAAAAAAAAAAAAAAAAAAAAAAAAAAAAAAAAAAAAAAAAAAAAAAAAAAAACEAAAAYAAAAFAAAABoEAACkHwAAJAkAAGIiAAAQAAAAJgAAAAgAAAD/////AAAAAA=="/>
              </a:ext>
            </a:extLst>
          </p:cNvGrpSpPr>
          <p:nvPr/>
        </p:nvGrpSpPr>
        <p:grpSpPr>
          <a:xfrm>
            <a:off x="666750" y="5143500"/>
            <a:ext cx="819150" cy="445770"/>
            <a:chOff x="666750" y="5143500"/>
            <a:chExt cx="819150" cy="445770"/>
          </a:xfrm>
        </p:grpSpPr>
        <p:sp>
          <p:nvSpPr>
            <p:cNvPr id="17" name="Freeform 16"/>
            <p:cNvSpPr>
              <a:extLst>
                <a:ext uri="smNativeData">
                  <pr:smNativeData xmlns:pr="smNativeData" xmlns="smNativeData" val="SMDATA_15_9lpfaRMAAAAlAAAACwAAAA0AAAAADwMAAAAAAAC4BgAAqQMAAAAAAAAAAAAAAAAAAAEAAABQAAAAAAAAAAAA4D8AAAAAAADgPwAAAAAAAOA/AAAAAAAA4D8AAAAAAADgPwAAAAAAAOA/AAAAAAAA4D8AAAAAAADgPwAAAAAAAOA/AAAAAAAA4D8CAAAAjAAAAAEAAAACAAAA////AP///wgAAAAAAAAAABIwo2560uuw5JzJf+OeCVIB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J/f38A7uzhA8zMzADAwP8Af39/AAAAAAAAAAAAAAAAAAAAAAAAAAAAIQAAABgAAAAUAAAAZgYAAKQfAAAkCQAAYiIAAAAAAAAmAAAACAAAAP//////////"/>
                </a:ext>
              </a:extLst>
            </p:cNvSpPr>
            <p:nvPr/>
          </p:nvSpPr>
          <p:spPr>
            <a:xfrm>
              <a:off x="1040130" y="5143500"/>
              <a:ext cx="445770" cy="445770"/>
            </a:xfrm>
            <a:custGeom>
              <a:avLst/>
              <a:gdLst/>
              <a:ahLst/>
              <a:cxnLst/>
              <a:rect l="0" t="0" r="445770" b="445770"/>
              <a:pathLst>
                <a:path w="445770" h="445770">
                  <a:moveTo>
                    <a:pt x="0" y="0"/>
                  </a:moveTo>
                  <a:lnTo>
                    <a:pt x="445770" y="0"/>
                  </a:lnTo>
                  <a:lnTo>
                    <a:pt x="445770" y="445770"/>
                  </a:lnTo>
                  <a:lnTo>
                    <a:pt x="0" y="4457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stretch/>
            </a:blipFill>
            <a:ln>
              <a:noFill/>
            </a:ln>
            <a:effectLst/>
          </p:spPr>
        </p:sp>
        <p:sp>
          <p:nvSpPr>
            <p:cNvPr id="16" name="Freeform 17"/>
            <p:cNvSpPr>
              <a:extLst>
                <a:ext uri="smNativeData">
                  <pr:smNativeData xmlns:pr="smNativeData" xmlns="smNativeData" val="SMDATA_15_9lpfaRMAAAAlAAAACwAAAA0AAAAAAAAAAAAAAACpAwAAqQMAAAAAAAAAAAAAAAAAAAEAAABQAAAAAAAAAAAA4D8AAAAAAADgPwAAAAAAAOA/AAAAAAAA4D8AAAAAAADgPwAAAAAAAOA/AAAAAAAA4D8AAAAAAADgPwAAAAAAAOA/AAAAAAAA4D8CAAAAjAAAAAEAAAACAAAA////AP///wgAAAAAAAAAABIwo2560uuw5JzJf+OeCVIB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J/f38A7uzhA8zMzADAwP8Af39/AAAAAAAAAAAAAAAAAAAAAAAAAAAAIQAAABgAAAAUAAAAGgQAAKQfAADYBgAAYiIAAAAAAAAmAAAACAAAAP//////////"/>
                </a:ext>
              </a:extLst>
            </p:cNvSpPr>
            <p:nvPr/>
          </p:nvSpPr>
          <p:spPr>
            <a:xfrm>
              <a:off x="666750" y="5143500"/>
              <a:ext cx="445770" cy="445770"/>
            </a:xfrm>
            <a:custGeom>
              <a:avLst/>
              <a:gdLst/>
              <a:ahLst/>
              <a:cxnLst/>
              <a:rect l="0" t="0" r="445770" b="445770"/>
              <a:pathLst>
                <a:path w="445770" h="445770">
                  <a:moveTo>
                    <a:pt x="0" y="0"/>
                  </a:moveTo>
                  <a:lnTo>
                    <a:pt x="445770" y="0"/>
                  </a:lnTo>
                  <a:lnTo>
                    <a:pt x="445770" y="445770"/>
                  </a:lnTo>
                  <a:lnTo>
                    <a:pt x="0" y="4457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stretch/>
            </a:blipFill>
            <a:ln>
              <a:noFill/>
            </a:ln>
            <a:effectLst/>
          </p:spPr>
        </p:sp>
      </p:grpSp>
      <p:grpSp>
        <p:nvGrpSpPr>
          <p:cNvPr id="18" name="Group 18"/>
          <p:cNvGrpSpPr>
            <a:extLst>
              <a:ext uri="smNativeData">
                <pr:smNativeData xmlns:pr="smNativeData" xmlns="smNativeData" val="SMDATA_6_9lpfaRMAAAAlAAAAAQAAAA8BAAAAkAAAAEgAAACQAAAASAAAAAAAAAAAAAAAAAAAABcAAAAUAAAAAAAAAAAAAAD/fwAA/38AAAAAAAAJAAAABAAAAMkv7M8fAAAAVAAAAAAAAAAAAAAAAAAAAAAAAAAAAAAAAAAAAAAAAAAAAAAAAAAAAAAAAAAAAAAAAAAAAAAAAAAAAAAAAAAAAAAAAAAAAAAAAAAAAAAAAAAAAAAAAAAAACEAAAAYAAAAFAAAAKUeAACkHwAAryMAAGIiAAAQAAAAJgAAAAgAAAD/////AAAAAA=="/>
              </a:ext>
            </a:extLst>
          </p:cNvGrpSpPr>
          <p:nvPr/>
        </p:nvGrpSpPr>
        <p:grpSpPr>
          <a:xfrm>
            <a:off x="4981575" y="5143500"/>
            <a:ext cx="819150" cy="445770"/>
            <a:chOff x="4981575" y="5143500"/>
            <a:chExt cx="819150" cy="445770"/>
          </a:xfrm>
        </p:grpSpPr>
        <p:sp>
          <p:nvSpPr>
            <p:cNvPr id="20" name="Freeform 19"/>
            <p:cNvSpPr>
              <a:extLst>
                <a:ext uri="smNativeData">
                  <pr:smNativeData xmlns:pr="smNativeData" xmlns="smNativeData" val="SMDATA_15_9lpfaRMAAAAlAAAACwAAAA0AAAAADwMAAAAAAAC4BgAAqQMAAAAAAAAAAAAAAAAAAAEAAABQAAAAAAAAAAAA4D8AAAAAAADgPwAAAAAAAOA/AAAAAAAA4D8AAAAAAADgPwAAAAAAAOA/AAAAAAAA4D8AAAAAAADgPwAAAAAAAOA/AAAAAAAA4D8CAAAAjAAAAAEAAAACAAAA////AP///wgAAAAAAAAAABIwo2560uuw5JzJf+OeCVIB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J/f38A7uzhA8zMzADAwP8Af39/AAAAAAAAAAAAAAAAAAAAAAAAAAAAIQAAABgAAAAUAAAA8SAAAKQfAACvIwAAYiIAAAAAAAAmAAAACAAAAP//////////"/>
                </a:ext>
              </a:extLst>
            </p:cNvSpPr>
            <p:nvPr/>
          </p:nvSpPr>
          <p:spPr>
            <a:xfrm>
              <a:off x="5354955" y="5143500"/>
              <a:ext cx="445770" cy="445770"/>
            </a:xfrm>
            <a:custGeom>
              <a:avLst/>
              <a:gdLst/>
              <a:ahLst/>
              <a:cxnLst/>
              <a:rect l="0" t="0" r="445770" b="445770"/>
              <a:pathLst>
                <a:path w="445770" h="445770">
                  <a:moveTo>
                    <a:pt x="0" y="0"/>
                  </a:moveTo>
                  <a:lnTo>
                    <a:pt x="445770" y="0"/>
                  </a:lnTo>
                  <a:lnTo>
                    <a:pt x="445770" y="445770"/>
                  </a:lnTo>
                  <a:lnTo>
                    <a:pt x="0" y="4457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stretch/>
            </a:blipFill>
            <a:ln>
              <a:noFill/>
            </a:ln>
            <a:effectLst/>
          </p:spPr>
        </p:sp>
        <p:sp>
          <p:nvSpPr>
            <p:cNvPr id="19" name="Freeform 20"/>
            <p:cNvSpPr>
              <a:extLst>
                <a:ext uri="smNativeData">
                  <pr:smNativeData xmlns:pr="smNativeData" xmlns="smNativeData" val="SMDATA_15_9lpfaRMAAAAlAAAACwAAAA0AAAAAAAAAAAAAAACpAwAAqQMAAAAAAAAAAAAAAAAAAAEAAABQAAAAAAAAAAAA4D8AAAAAAADgPwAAAAAAAOA/AAAAAAAA4D8AAAAAAADgPwAAAAAAAOA/AAAAAAAA4D8AAAAAAADgPwAAAAAAAOA/AAAAAAAA4D8CAAAAjAAAAAEAAAACAAAA////AP///wgAAAAAAAAAABIwo2560uuw5JzJf+OeCVIB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J/f38A7uzhA8zMzADAwP8Af39/AAAAAAAAAAAAAAAAAAAAAAAAAAAAIQAAABgAAAAUAAAApR4AAKQfAABjIQAAYiIAAAAAAAAmAAAACAAAAP//////////"/>
                </a:ext>
              </a:extLst>
            </p:cNvSpPr>
            <p:nvPr/>
          </p:nvSpPr>
          <p:spPr>
            <a:xfrm>
              <a:off x="4981575" y="5143500"/>
              <a:ext cx="445770" cy="445770"/>
            </a:xfrm>
            <a:custGeom>
              <a:avLst/>
              <a:gdLst/>
              <a:ahLst/>
              <a:cxnLst/>
              <a:rect l="0" t="0" r="445770" b="445770"/>
              <a:pathLst>
                <a:path w="445770" h="445770">
                  <a:moveTo>
                    <a:pt x="0" y="0"/>
                  </a:moveTo>
                  <a:lnTo>
                    <a:pt x="445770" y="0"/>
                  </a:lnTo>
                  <a:lnTo>
                    <a:pt x="445770" y="445770"/>
                  </a:lnTo>
                  <a:lnTo>
                    <a:pt x="0" y="4457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stretch/>
            </a:blipFill>
            <a:ln>
              <a:noFill/>
            </a:ln>
            <a:effectLst/>
          </p:spPr>
        </p:sp>
      </p:grpSp>
      <p:grpSp>
        <p:nvGrpSpPr>
          <p:cNvPr id="21" name="Group 21"/>
          <p:cNvGrpSpPr>
            <a:extLst>
              <a:ext uri="smNativeData">
                <pr:smNativeData xmlns:pr="smNativeData" xmlns="smNativeData" val="SMDATA_6_9lpfaRMAAAAlAAAAAQAAAA8BAAAAkAAAAEgAAACQAAAASAAAAAAAAAAAAAAAAAAAABcAAAAUAAAAAAAAAAAAAAD/fwAA/38AAAAAAAAJAAAABAAAAB/57DwfAAAAVAAAAAAAAAAAAAAAAAAAAAAAAAAAAAAAAAAAAAAAAAAAAAAAAAAAAAAAAAAAAAAAAAAAAAAAAAAAAAAAAAAAAAAAAAAAAAAAAAAAAAAAAAAAAAAAAAAAACEAAAAYAAAAFAAAADA5AACkHwAAOj4AAGIiAAAQAAAAJgAAAAgAAAD/////AAAAAA=="/>
              </a:ext>
            </a:extLst>
          </p:cNvGrpSpPr>
          <p:nvPr/>
        </p:nvGrpSpPr>
        <p:grpSpPr>
          <a:xfrm>
            <a:off x="9296400" y="5143500"/>
            <a:ext cx="819150" cy="445770"/>
            <a:chOff x="9296400" y="5143500"/>
            <a:chExt cx="819150" cy="445770"/>
          </a:xfrm>
        </p:grpSpPr>
        <p:sp>
          <p:nvSpPr>
            <p:cNvPr id="23" name="Freeform 22"/>
            <p:cNvSpPr>
              <a:extLst>
                <a:ext uri="smNativeData">
                  <pr:smNativeData xmlns:pr="smNativeData" xmlns="smNativeData" val="SMDATA_15_9lpfaRMAAAAlAAAACwAAAA0AAAAADwMAAAAAAAC4BgAAqQMAAAAAAAAAAAAAAAAAAAEAAABQAAAAAAAAAAAA4D8AAAAAAADgPwAAAAAAAOA/AAAAAAAA4D8AAAAAAADgPwAAAAAAAOA/AAAAAAAA4D8AAAAAAADgPwAAAAAAAOA/AAAAAAAA4D8CAAAAjAAAAAEAAAACAAAA////AP///wgAAAAAAAAAABIwo2560uuw5JzJf+OeCVIB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MfN5oU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J/f38A7uzhA8zMzADAwP8Af39/AAAAAAAAAAAAAAAAAAAAAAAAAAAAIQAAABgAAAAUAAAAfDsAAKQfAAA6PgAAYiIAAAAAAAAmAAAACAAAAP//////////"/>
                </a:ext>
              </a:extLst>
            </p:cNvSpPr>
            <p:nvPr/>
          </p:nvSpPr>
          <p:spPr>
            <a:xfrm>
              <a:off x="9669780" y="5143500"/>
              <a:ext cx="445770" cy="445770"/>
            </a:xfrm>
            <a:custGeom>
              <a:avLst/>
              <a:gdLst/>
              <a:ahLst/>
              <a:cxnLst/>
              <a:rect l="0" t="0" r="445770" b="445770"/>
              <a:pathLst>
                <a:path w="445770" h="445770">
                  <a:moveTo>
                    <a:pt x="0" y="0"/>
                  </a:moveTo>
                  <a:lnTo>
                    <a:pt x="445770" y="0"/>
                  </a:lnTo>
                  <a:lnTo>
                    <a:pt x="445770" y="445770"/>
                  </a:lnTo>
                  <a:lnTo>
                    <a:pt x="0" y="4457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stretch/>
            </a:blipFill>
            <a:ln>
              <a:noFill/>
            </a:ln>
            <a:effectLst/>
          </p:spPr>
        </p:sp>
        <p:sp>
          <p:nvSpPr>
            <p:cNvPr id="22" name="Freeform 23"/>
            <p:cNvSpPr>
              <a:extLst>
                <a:ext uri="smNativeData">
                  <pr:smNativeData xmlns:pr="smNativeData" xmlns="smNativeData" val="SMDATA_15_9lpfaRMAAAAlAAAACwAAAA0AAAAAAAAAAAAAAACpAwAAqQMAAAAAAAAAAAAAAAAAAAEAAABQAAAAAAAAAAAA4D8AAAAAAADgPwAAAAAAAOA/AAAAAAAA4D8AAAAAAADgPwAAAAAAAOA/AAAAAAAA4D8AAAAAAADgPwAAAAAAAOA/AAAAAAAA4D8CAAAAjAAAAAEAAAACAAAA////AP///wgAAAAAAAAAABIwo2560uuw5JzJf+OeCVIB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J/f38A7uzhA8zMzADAwP8Af39/AAAAAAAAAAAAAAAAAAAAAAAAAAAAIQAAABgAAAAUAAAAMDkAAKQfAADuOwAAYiIAAAAAAAAmAAAACAAAAP//////////"/>
                </a:ext>
              </a:extLst>
            </p:cNvSpPr>
            <p:nvPr/>
          </p:nvSpPr>
          <p:spPr>
            <a:xfrm>
              <a:off x="9296400" y="5143500"/>
              <a:ext cx="445770" cy="445770"/>
            </a:xfrm>
            <a:custGeom>
              <a:avLst/>
              <a:gdLst/>
              <a:ahLst/>
              <a:cxnLst/>
              <a:rect l="0" t="0" r="445770" b="445770"/>
              <a:pathLst>
                <a:path w="445770" h="445770">
                  <a:moveTo>
                    <a:pt x="0" y="0"/>
                  </a:moveTo>
                  <a:lnTo>
                    <a:pt x="445770" y="0"/>
                  </a:lnTo>
                  <a:lnTo>
                    <a:pt x="445770" y="445770"/>
                  </a:lnTo>
                  <a:lnTo>
                    <a:pt x="0" y="4457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stretch/>
            </a:blipFill>
            <a:ln>
              <a:noFill/>
            </a:ln>
            <a:effectLst/>
          </p:spPr>
        </p:sp>
      </p:grpSp>
      <p:grpSp>
        <p:nvGrpSpPr>
          <p:cNvPr id="24" name="Group 24"/>
          <p:cNvGrpSpPr>
            <a:extLst>
              <a:ext uri="smNativeData">
                <pr:smNativeData xmlns:pr="smNativeData" xmlns="smNativeData" val="SMDATA_6_9lpfaRMAAAAlAAAAAQAAAA8BAAAAkAAAAEgAAACQAAAASAAAAAAAAAAAAAAAAAAAABcAAAAUAAAAAAAAAAAAAAD/fwAA/38AAAAAAAAJAAAABAAAAAAAAAAfAAAAVAAAAAAAAAAAAAAAAAAAAAAAAAAAAAAAAAAAAAAAAAAAAAAAAAAAAAAAAAAAAAAAAAAAAAAAAAAAAAAAAAAAAAAAAAAAAAAAAAAAAAAAAAAAAAAAAAAAACEAAAAYAAAAFAAAALtTAACkHwAAxVgAAGIiAAAQAAAAJgAAAAgAAAD/////AAAAAA=="/>
              </a:ext>
            </a:extLst>
          </p:cNvGrpSpPr>
          <p:nvPr/>
        </p:nvGrpSpPr>
        <p:grpSpPr>
          <a:xfrm>
            <a:off x="13611225" y="5143500"/>
            <a:ext cx="819150" cy="445770"/>
            <a:chOff x="13611225" y="5143500"/>
            <a:chExt cx="819150" cy="445770"/>
          </a:xfrm>
        </p:grpSpPr>
        <p:sp>
          <p:nvSpPr>
            <p:cNvPr id="26" name="Freeform 25"/>
            <p:cNvSpPr>
              <a:extLst>
                <a:ext uri="smNativeData">
                  <pr:smNativeData xmlns:pr="smNativeData" xmlns="smNativeData" val="SMDATA_15_9lpfaRMAAAAlAAAACwAAAA0AAAAADwMAAAAAAAC4BgAAqQMAAAAAAAAAAAAAAAAAAAEAAABQAAAAAAAAAAAA4D8AAAAAAADgPwAAAAAAAOA/AAAAAAAA4D8AAAAAAADgPwAAAAAAAOA/AAAAAAAA4D8AAAAAAADgPwAAAAAAAOA/AAAAAAAA4D8CAAAAjAAAAAEAAAACAAAA////AP///wgAAAAAAAAAABIwo2560uuw5JzJf+OeCVIB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J/f38A7uzhA8zMzADAwP8Af39/AAAAAAAAAAAAAAAAAAAAAAAAAAAAIQAAABgAAAAUAAAAB1YAAKQfAADFWAAAYiIAAAAAAAAmAAAACAAAAP//////////"/>
                </a:ext>
              </a:extLst>
            </p:cNvSpPr>
            <p:nvPr/>
          </p:nvSpPr>
          <p:spPr>
            <a:xfrm>
              <a:off x="13984605" y="5143500"/>
              <a:ext cx="445770" cy="445770"/>
            </a:xfrm>
            <a:custGeom>
              <a:avLst/>
              <a:gdLst/>
              <a:ahLst/>
              <a:cxnLst/>
              <a:rect l="0" t="0" r="445770" b="445770"/>
              <a:pathLst>
                <a:path w="445770" h="445770">
                  <a:moveTo>
                    <a:pt x="0" y="0"/>
                  </a:moveTo>
                  <a:lnTo>
                    <a:pt x="445770" y="0"/>
                  </a:lnTo>
                  <a:lnTo>
                    <a:pt x="445770" y="445770"/>
                  </a:lnTo>
                  <a:lnTo>
                    <a:pt x="0" y="4457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stretch/>
            </a:blipFill>
            <a:ln>
              <a:noFill/>
            </a:ln>
            <a:effectLst/>
          </p:spPr>
        </p:sp>
        <p:sp>
          <p:nvSpPr>
            <p:cNvPr id="25" name="Freeform 26"/>
            <p:cNvSpPr>
              <a:extLst>
                <a:ext uri="smNativeData">
                  <pr:smNativeData xmlns:pr="smNativeData" xmlns="smNativeData" val="SMDATA_15_9lpfaRMAAAAlAAAACwAAAA0AAAAAAAAAAAAAAACpAwAAqQMAAAAAAAAAAAAAAAAAAAEAAABQAAAAAAAAAAAA4D8AAAAAAADgPwAAAAAAAOA/AAAAAAAA4D8AAAAAAADgPwAAAAAAAOA/AAAAAAAA4D8AAAAAAADgPwAAAAAAAOA/AAAAAAAA4D8CAAAAjAAAAAEAAAACAAAA////AP///wgAAAAAAAAAABIwo2560uuw5JzJf+OeCVIB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J/f38A7uzhA8zMzADAwP8Af39/AAAAAAAAAAAAAAAAAAAAAAAAAAAAIQAAABgAAAAUAAAAu1MAAKQfAAB5VgAAYiIAAAAAAAAmAAAACAAAAP//////////"/>
                </a:ext>
              </a:extLst>
            </p:cNvSpPr>
            <p:nvPr/>
          </p:nvSpPr>
          <p:spPr>
            <a:xfrm>
              <a:off x="13611225" y="5143500"/>
              <a:ext cx="445770" cy="445770"/>
            </a:xfrm>
            <a:custGeom>
              <a:avLst/>
              <a:gdLst/>
              <a:ahLst/>
              <a:cxnLst/>
              <a:rect l="0" t="0" r="445770" b="445770"/>
              <a:pathLst>
                <a:path w="445770" h="445770">
                  <a:moveTo>
                    <a:pt x="0" y="0"/>
                  </a:moveTo>
                  <a:lnTo>
                    <a:pt x="445770" y="0"/>
                  </a:lnTo>
                  <a:lnTo>
                    <a:pt x="445770" y="445770"/>
                  </a:lnTo>
                  <a:lnTo>
                    <a:pt x="0" y="4457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stretch/>
            </a:blipFill>
            <a:ln>
              <a:noFill/>
            </a:ln>
            <a:effectLst/>
          </p:spPr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bg>
      <p:bgPr>
        <a:solidFill>
          <a:srgbClr val="0A1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extLst>
              <a:ext uri="smNativeData">
                <pr:smNativeData xmlns:pr="smNativeData" xmlns="smNativeData" val="SMDATA_6_9lpfaRMAAAAlAAAAAQAAAA8BAAAAkAAAAEgAAACQAAAASAAAAAAAAAAAAAAAAAAAABcAAAAUAAAAAAAAAAAAAAD/fwAA/38AAAAAAAAJAAAABAAAAJoDAAAfAAAAVAAAAAAAAAAAAAAAAAAAAAAAAAAAAAAAAAAAAAAAAAAAAAAAAAAAAAAAAAAAAAAAAAAAAAAAAAAAAAAAAAAAAAAAAAAAAAAAAAAAAAAAAAAAAAAAAAAAACEAAAAYAAAAFAAAABoEAAAaBAAAAkkAAGcRAAAQAAAAJgAAAAgAAAD/////AAAAAA=="/>
              </a:ext>
            </a:extLst>
          </p:cNvGrpSpPr>
          <p:nvPr/>
        </p:nvGrpSpPr>
        <p:grpSpPr>
          <a:xfrm>
            <a:off x="666750" y="666750"/>
            <a:ext cx="11201400" cy="2162175"/>
            <a:chOff x="666750" y="666750"/>
            <a:chExt cx="11201400" cy="2162175"/>
          </a:xfrm>
        </p:grpSpPr>
        <p:sp>
          <p:nvSpPr>
            <p:cNvPr id="4" name="TextBox 3"/>
            <p:cNvSpPr>
              <a:extLst>
                <a:ext uri="smNativeData">
                  <pr:smNativeData xmlns:pr="smNativeData" xmlns="smNativeData" val="SMDATA_15_9lpfaR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D7o2a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GgQAAA8EAAACSQAAkAsAAAAgAAAmAAAACAAAAP//////////"/>
                </a:ext>
              </a:extLst>
            </p:cNvSpPr>
            <p:nvPr/>
          </p:nvSpPr>
          <p:spPr>
            <a:xfrm>
              <a:off x="666750" y="659765"/>
              <a:ext cx="11201400" cy="121983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0" rIns="0" bIns="0" numCol="1" spcCol="215900" anchor="t"/>
            <a:lstStyle/>
            <a:p>
              <a:pPr marL="0" indent="0" algn="l">
                <a:lnSpc>
                  <a:spcPts val="8000"/>
                </a:lnSpc>
                <a:spcBef>
                  <a:spcPts val="0"/>
                </a:spcBef>
                <a:defRPr lang="en-us"/>
              </a:pPr>
              <a:r>
                <a:rPr lang="en-us" sz="8000" cap="none" spc="-51">
                  <a:solidFill>
                    <a:srgbClr val="BAE1FF"/>
                  </a:solidFill>
                  <a:latin typeface="ITC Avant Garde Gothic" pitchFamily="0" charset="0"/>
                  <a:ea typeface="ITC Avant Garde Gothic" pitchFamily="0" charset="0"/>
                  <a:cs typeface="ITC Avant Garde Gothic" pitchFamily="0" charset="0"/>
                </a:rPr>
                <a:t>Validation and Ethics</a:t>
              </a:r>
              <a:endParaRPr lang="en-us" sz="8000" cap="none" spc="-51">
                <a:solidFill>
                  <a:srgbClr val="BAE1FF"/>
                </a:solidFill>
                <a:latin typeface="ITC Avant Garde Gothic" pitchFamily="0" charset="0"/>
                <a:ea typeface="ITC Avant Garde Gothic" pitchFamily="0" charset="0"/>
                <a:cs typeface="ITC Avant Garde Gothic" pitchFamily="0" charset="0"/>
              </a:endParaRPr>
            </a:p>
          </p:txBody>
        </p:sp>
        <p:sp>
          <p:nvSpPr>
            <p:cNvPr id="3" name="TextBox 4"/>
            <p:cNvSpPr>
              <a:extLst>
                <a:ext uri="smNativeData">
                  <pr:smNativeData xmlns:pr="smNativeData" xmlns="smNativeData" val="SMDATA_15_9lpfaR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U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GgQAAGoOAAApQAAAZxEAAAAgAAAmAAAACAAAAP//////////"/>
                </a:ext>
              </a:extLst>
            </p:cNvSpPr>
            <p:nvPr/>
          </p:nvSpPr>
          <p:spPr>
            <a:xfrm>
              <a:off x="666750" y="2343150"/>
              <a:ext cx="9763125" cy="48577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0" rIns="0" bIns="0" numCol="1" spcCol="215900" anchor="t"/>
            <a:lstStyle/>
            <a:p>
              <a:pPr marL="0" indent="0" algn="l">
                <a:lnSpc>
                  <a:spcPts val="3835"/>
                </a:lnSpc>
                <a:spcBef>
                  <a:spcPts val="0"/>
                </a:spcBef>
                <a:defRPr lang="en-us"/>
              </a:pPr>
              <a:r>
                <a:rPr lang="en-us" sz="3195" cap="none" spc="-23">
                  <a:solidFill>
                    <a:srgbClr val="DCEEFF"/>
                  </a:solidFill>
                  <a:latin typeface="TT Fors" pitchFamily="0" charset="0"/>
                  <a:ea typeface="TT Fors" pitchFamily="0" charset="0"/>
                  <a:cs typeface="TT Fors" pitchFamily="0" charset="0"/>
                </a:rPr>
                <a:t>Ensuring Rigor and Impact</a:t>
              </a:r>
              <a:endParaRPr lang="en-us" sz="3195" cap="none" spc="-23">
                <a:solidFill>
                  <a:srgbClr val="DCEEFF"/>
                </a:solidFill>
                <a:latin typeface="TT Fors" pitchFamily="0" charset="0"/>
                <a:ea typeface="TT Fors" pitchFamily="0" charset="0"/>
                <a:cs typeface="TT Fors" pitchFamily="0" charset="0"/>
              </a:endParaRPr>
            </a:p>
          </p:txBody>
        </p:sp>
      </p:grpSp>
      <p:grpSp>
        <p:nvGrpSpPr>
          <p:cNvPr id="5" name="Group 5"/>
          <p:cNvGrpSpPr>
            <a:extLst>
              <a:ext uri="smNativeData">
                <pr:smNativeData xmlns:pr="smNativeData" xmlns="smNativeData" val="SMDATA_6_9lpfaRMAAAAlAAAAAQAAAA8BAAAAkAAAAEgAAACQAAAASAAAAAAAAAAAAAAAAAAAABcAAAAUAAAAAAAAAAAAAAD/fwAA/38AAAAAAAAJAAAABAAAAHDEXTUfAAAAVAAAAAAAAAAAAAAAAAAAAAAAAAAAAAAAAAAAAAAAAAAAAAAAAAAAAAAAAAAAAAAAAAAAAAAAAAAAAAAAAAAAAAAAAAAAAAAAAAAAAAAAAAAAAAAAAAAAACEAAAAYAAAAFAAAALRaAAAqMAAAhXgAADA7AAAQAAAAJgAAAAgAAAD/////AAAAAA=="/>
              </a:ext>
            </a:extLst>
          </p:cNvGrpSpPr>
          <p:nvPr/>
        </p:nvGrpSpPr>
        <p:grpSpPr>
          <a:xfrm>
            <a:off x="14744700" y="7829550"/>
            <a:ext cx="4846955" cy="1791970"/>
            <a:chOff x="14744700" y="7829550"/>
            <a:chExt cx="4846955" cy="1791970"/>
          </a:xfrm>
        </p:grpSpPr>
        <p:sp>
          <p:nvSpPr>
            <p:cNvPr id="8" name="Freeform 6"/>
            <p:cNvSpPr>
              <a:extLst>
                <a:ext uri="smNativeData">
                  <pr:smNativeData xmlns:pr="smNativeData" xmlns="smNativeData" val="SMDATA_15_9lpfaRMAAAAlAAAACwAAAA0AAAAAAAAAAAAAAACzDgAAsw4AAAAAAAAAAAAAAAAAAAEAAABQAAAAAAAAAAAA4D8AAAAAAADgPwAAAAAAAOA/AAAAAAAA4D8AAAAAAADgPwAAAAAAAOA/AAAAAAAA4D8AAAAAAADgPwAAAAAAAOA/AAAAAAAA4D8CAAAAjAAAAAEAAAACAAAA////AP///wgAAAAAAAAAAD0FGSCj8bAH5JJhLcx+bRAB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DMrAQ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tFoAACowAAC6ZQAAMDsAAAAAAAAmAAAACAAAAP//////////"/>
                </a:ext>
              </a:extLst>
            </p:cNvSpPr>
            <p:nvPr/>
          </p:nvSpPr>
          <p:spPr>
            <a:xfrm>
              <a:off x="14744700" y="7829550"/>
              <a:ext cx="1791970" cy="1791970"/>
            </a:xfrm>
            <a:custGeom>
              <a:avLst/>
              <a:gdLst/>
              <a:ahLst/>
              <a:cxnLst/>
              <a:rect l="0" t="0" r="1791970" b="1791970"/>
              <a:pathLst>
                <a:path w="1791970" h="1791970">
                  <a:moveTo>
                    <a:pt x="0" y="0"/>
                  </a:moveTo>
                  <a:lnTo>
                    <a:pt x="1791970" y="0"/>
                  </a:lnTo>
                  <a:lnTo>
                    <a:pt x="1791970" y="1791970"/>
                  </a:lnTo>
                  <a:lnTo>
                    <a:pt x="0" y="1791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stretch/>
            </a:blipFill>
            <a:ln>
              <a:noFill/>
            </a:ln>
            <a:effectLst/>
          </p:spPr>
        </p:sp>
        <p:sp>
          <p:nvSpPr>
            <p:cNvPr id="7" name="Freeform 7"/>
            <p:cNvSpPr>
              <a:extLst>
                <a:ext uri="smNativeData">
                  <pr:smNativeData xmlns:pr="smNativeData" xmlns="smNativeData" val="SMDATA_15_9lpfaRMAAAAlAAAACwAAAA0AAAAAhwwAAAAAAAA6GwAAsw4AAAAAAAAAAAAAAAAAAAEAAABQAAAAAAAAAAAA4D8AAAAAAADgPwAAAAAAAOA/AAAAAAAA4D8AAAAAAADgPwAAAAAAAOA/AAAAAAAA4D8AAAAAAADgPwAAAAAAAOA/AAAAAAAA4D8CAAAAjAAAAAEAAAACAAAA////AP///wgAAAAAAAAAAD0FGSCj8bAH5JJhLcx+bRAB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GWQAACowAAAgbwAAMDsAAAAAAAAmAAAACAAAAP//////////"/>
                </a:ext>
              </a:extLst>
            </p:cNvSpPr>
            <p:nvPr/>
          </p:nvSpPr>
          <p:spPr>
            <a:xfrm>
              <a:off x="16271875" y="7829550"/>
              <a:ext cx="1792605" cy="1791970"/>
            </a:xfrm>
            <a:custGeom>
              <a:avLst/>
              <a:gdLst/>
              <a:ahLst/>
              <a:cxnLst/>
              <a:rect l="0" t="0" r="1792605" b="1791970"/>
              <a:pathLst>
                <a:path w="1792605" h="1791970">
                  <a:moveTo>
                    <a:pt x="0" y="0"/>
                  </a:moveTo>
                  <a:lnTo>
                    <a:pt x="1792605" y="0"/>
                  </a:lnTo>
                  <a:lnTo>
                    <a:pt x="1792605" y="1791970"/>
                  </a:lnTo>
                  <a:lnTo>
                    <a:pt x="0" y="1791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stretch/>
            </a:blipFill>
            <a:ln>
              <a:noFill/>
            </a:ln>
            <a:effectLst/>
          </p:spPr>
        </p:sp>
        <p:sp>
          <p:nvSpPr>
            <p:cNvPr id="6" name="Freeform 8"/>
            <p:cNvSpPr>
              <a:extLst>
                <a:ext uri="smNativeData">
                  <pr:smNativeData xmlns:pr="smNativeData" xmlns="smNativeData" val="SMDATA_15_9lpfaRMAAAAlAAAACwAAAA0AAAAADhkAAAAAAADBJwAAsw4AAAAAAAAAAAAAAAAAAAEAAABQAAAAAAAAAAAA4D8AAAAAAADgPwAAAAAAAOA/AAAAAAAA4D8AAAAAAADgPwAAAAAAAOA/AAAAAAAA4D8AAAAAAADgPwAAAAAAAOA/AAAAAAAA4D8CAAAAjAAAAAEAAAACAAAA////AP///wgAAAAAAAAAAD0FGSCj8bAH5JJhLcx+bRAB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E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f20AACowAACFeAAAMDsAAAAAAAAmAAAACAAAAP//////////"/>
                </a:ext>
              </a:extLst>
            </p:cNvSpPr>
            <p:nvPr/>
          </p:nvSpPr>
          <p:spPr>
            <a:xfrm>
              <a:off x="17799685" y="7829550"/>
              <a:ext cx="1791970" cy="1791970"/>
            </a:xfrm>
            <a:custGeom>
              <a:avLst/>
              <a:gdLst/>
              <a:ahLst/>
              <a:cxnLst/>
              <a:rect l="0" t="0" r="1791970" b="1791970"/>
              <a:pathLst>
                <a:path w="1791970" h="1791970">
                  <a:moveTo>
                    <a:pt x="0" y="0"/>
                  </a:moveTo>
                  <a:lnTo>
                    <a:pt x="1791970" y="0"/>
                  </a:lnTo>
                  <a:lnTo>
                    <a:pt x="1791970" y="1791970"/>
                  </a:lnTo>
                  <a:lnTo>
                    <a:pt x="0" y="1791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stretch/>
            </a:blipFill>
            <a:ln>
              <a:noFill/>
            </a:ln>
            <a:effectLst/>
          </p:spPr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bg>
      <p:bgPr>
        <a:solidFill>
          <a:srgbClr val="0A1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extLst>
              <a:ext uri="smNativeData">
                <pr:smNativeData xmlns:pr="smNativeData" xmlns="smNativeData" val="SMDATA_6_9lpfaRMAAAAlAAAAAQAAAA8BAAAAkAAAAEgAAACQAAAASAAAAAAAAAAAAAAAAAAAABcAAAAUAAAAAAAAAAAAAAD/fwAA/38AAAAAAAAJAAAABAAAADAHAAAfAAAAVAAAAAAAAAAAAAAAAAAAAAAAAAAAAAAAAAAAAAAAAAAAAAAAAAAAAAAAAAAAAAAAAAAAAAAAAAAAAAAAAAAAAAAAAAAAAAAAAAAAAAAAAAAAAAAAAAAAACEAAAAYAAAAFAAAABoEAAAmJQAA7BMAAHYzAAAQAAAAJgAAAAgAAAD/////AAAAAA=="/>
              </a:ext>
            </a:extLst>
          </p:cNvGrpSpPr>
          <p:nvPr/>
        </p:nvGrpSpPr>
        <p:grpSpPr>
          <a:xfrm>
            <a:off x="666750" y="6038850"/>
            <a:ext cx="2571750" cy="2326640"/>
            <a:chOff x="666750" y="6038850"/>
            <a:chExt cx="2571750" cy="2326640"/>
          </a:xfrm>
        </p:grpSpPr>
        <p:sp>
          <p:nvSpPr>
            <p:cNvPr id="4" name="TextBox 3"/>
            <p:cNvSpPr>
              <a:extLst>
                <a:ext uri="smNativeData">
                  <pr:smNativeData xmlns:pr="smNativeData" xmlns="smNativeData" val="SMDATA_15_9lpfaR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IaX/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GgQAAHkqAADsEwAAdjMAAAAgAAAmAAAACAAAAP//////////"/>
                </a:ext>
              </a:extLst>
            </p:cNvSpPr>
            <p:nvPr/>
          </p:nvSpPr>
          <p:spPr>
            <a:xfrm>
              <a:off x="666750" y="6904355"/>
              <a:ext cx="2571750" cy="146113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0" rIns="0" bIns="0" numCol="1" spcCol="215900" anchor="t"/>
            <a:lstStyle/>
            <a:p>
              <a:pPr marL="0" indent="0" algn="l">
                <a:lnSpc>
                  <a:spcPts val="2940"/>
                </a:lnSpc>
                <a:defRPr lang="en-us"/>
              </a:pPr>
              <a:r>
                <a:rPr lang="en-us" sz="2100" cap="none" spc="-11">
                  <a:solidFill>
                    <a:srgbClr val="DCEEFF"/>
                  </a:solidFill>
                  <a:latin typeface="TT Fors" pitchFamily="0" charset="0"/>
                  <a:ea typeface="TT Fors" pitchFamily="0" charset="0"/>
                  <a:cs typeface="TT Fors" pitchFamily="0" charset="0"/>
                </a:rPr>
                <a:t>Technical validation involves rigorous unit and integration testing processes.</a:t>
              </a:r>
              <a:endParaRPr lang="en-us" sz="2100" cap="none" spc="-11">
                <a:solidFill>
                  <a:srgbClr val="DCEEFF"/>
                </a:solidFill>
                <a:latin typeface="TT Fors" pitchFamily="0" charset="0"/>
                <a:ea typeface="TT Fors" pitchFamily="0" charset="0"/>
                <a:cs typeface="TT Fors" pitchFamily="0" charset="0"/>
              </a:endParaRPr>
            </a:p>
          </p:txBody>
        </p:sp>
        <p:sp>
          <p:nvSpPr>
            <p:cNvPr id="3" name="TextBox 4"/>
            <p:cNvSpPr>
              <a:extLst>
                <a:ext uri="smNativeData">
                  <pr:smNativeData xmlns:pr="smNativeData" xmlns="smNativeData" val="SMDATA_15_9lpfaR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FKPVP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GgQAANckAAA/DgAAIygAAAAgAAAmAAAACAAAAP//////////"/>
                </a:ext>
              </a:extLst>
            </p:cNvSpPr>
            <p:nvPr/>
          </p:nvSpPr>
          <p:spPr>
            <a:xfrm>
              <a:off x="666750" y="5988685"/>
              <a:ext cx="1649095" cy="53594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0" rIns="0" bIns="0" numCol="1" spcCol="215900" anchor="t"/>
            <a:lstStyle/>
            <a:p>
              <a:pPr lvl="1" marL="0" indent="0" algn="l">
                <a:lnSpc>
                  <a:spcPts val="3835"/>
                </a:lnSpc>
                <a:spcBef>
                  <a:spcPts val="0"/>
                </a:spcBef>
                <a:defRPr lang="en-us"/>
              </a:pPr>
              <a:r>
                <a:rPr lang="en-us" sz="3195" cap="none" spc="-21">
                  <a:solidFill>
                    <a:srgbClr val="DCEEFF"/>
                  </a:solidFill>
                  <a:latin typeface="ITC Avant Garde Gothic" pitchFamily="0" charset="0"/>
                  <a:ea typeface="ITC Avant Garde Gothic" pitchFamily="0" charset="0"/>
                  <a:cs typeface="ITC Avant Garde Gothic" pitchFamily="0" charset="0"/>
                </a:rPr>
                <a:t>01</a:t>
              </a:r>
              <a:endParaRPr lang="en-us" sz="3195" cap="none" spc="-21">
                <a:solidFill>
                  <a:srgbClr val="DCEEFF"/>
                </a:solidFill>
                <a:latin typeface="ITC Avant Garde Gothic" pitchFamily="0" charset="0"/>
                <a:ea typeface="ITC Avant Garde Gothic" pitchFamily="0" charset="0"/>
                <a:cs typeface="ITC Avant Garde Gothic" pitchFamily="0" charset="0"/>
              </a:endParaRPr>
            </a:p>
          </p:txBody>
        </p:sp>
      </p:grpSp>
      <p:grpSp>
        <p:nvGrpSpPr>
          <p:cNvPr id="5" name="Group 5"/>
          <p:cNvGrpSpPr>
            <a:extLst>
              <a:ext uri="smNativeData">
                <pr:smNativeData xmlns:pr="smNativeData" xmlns="smNativeData" val="SMDATA_6_9lpfaRMAAAAlAAAAAQAAAA8BAAAAkAAAAEgAAACQAAAASAAAAAAAAAAAAAAAAAAAABcAAAAUAAAAAAAAAAAAAAD/fwAA/38AAAAAAAAJAAAABAAAAAAAAAAfAAAAVAAAAAAAAAAAAAAAAAAAAAAAAAAAAAAAAAAAAAAAAAAAAAAAAAAAAAAAAAAAAAAAAAAAAAAAAAAAAAAAAAAAAAAAAAAAAAAAAAAAAAAAAAAAAAAAAAAAACEAAAAYAAAAFAAAAKUeAAAmJQAAdy4AAL81AAAQAAAAJgAAAAgAAAD/////AAAAAA=="/>
              </a:ext>
            </a:extLst>
          </p:cNvGrpSpPr>
          <p:nvPr/>
        </p:nvGrpSpPr>
        <p:grpSpPr>
          <a:xfrm>
            <a:off x="4981575" y="6038850"/>
            <a:ext cx="2571750" cy="2698115"/>
            <a:chOff x="4981575" y="6038850"/>
            <a:chExt cx="2571750" cy="2698115"/>
          </a:xfrm>
        </p:grpSpPr>
        <p:sp>
          <p:nvSpPr>
            <p:cNvPr id="7" name="TextBox 6"/>
            <p:cNvSpPr>
              <a:extLst>
                <a:ext uri="smNativeData">
                  <pr:smNativeData xmlns:pr="smNativeData" xmlns="smNativeData" val="SMDATA_15_9lpfaR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OgHruY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pR4AAHkqAAB3LgAAvzUAAAAgAAAmAAAACAAAAP//////////"/>
                </a:ext>
              </a:extLst>
            </p:cNvSpPr>
            <p:nvPr/>
          </p:nvSpPr>
          <p:spPr>
            <a:xfrm>
              <a:off x="4981575" y="6904355"/>
              <a:ext cx="2571750" cy="183261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0" rIns="0" bIns="0" numCol="1" spcCol="215900" anchor="t"/>
            <a:lstStyle/>
            <a:p>
              <a:pPr marL="0" indent="0" algn="l">
                <a:lnSpc>
                  <a:spcPts val="2940"/>
                </a:lnSpc>
                <a:defRPr lang="en-us"/>
              </a:pPr>
              <a:r>
                <a:rPr lang="en-us" sz="2100" cap="none" spc="-11">
                  <a:solidFill>
                    <a:srgbClr val="DCEEFF"/>
                  </a:solidFill>
                  <a:latin typeface="TT Fors" pitchFamily="0" charset="0"/>
                  <a:ea typeface="TT Fors" pitchFamily="0" charset="0"/>
                  <a:cs typeface="TT Fors" pitchFamily="0" charset="0"/>
                </a:rPr>
                <a:t>Empirical validation assesses performance through baseline and ablation studies.</a:t>
              </a:r>
              <a:endParaRPr lang="en-us" sz="2100" cap="none" spc="-11">
                <a:solidFill>
                  <a:srgbClr val="DCEEFF"/>
                </a:solidFill>
                <a:latin typeface="TT Fors" pitchFamily="0" charset="0"/>
                <a:ea typeface="TT Fors" pitchFamily="0" charset="0"/>
                <a:cs typeface="TT Fors" pitchFamily="0" charset="0"/>
              </a:endParaRPr>
            </a:p>
          </p:txBody>
        </p:sp>
        <p:sp>
          <p:nvSpPr>
            <p:cNvPr id="6" name="TextBox 7"/>
            <p:cNvSpPr>
              <a:extLst>
                <a:ext uri="smNativeData">
                  <pr:smNativeData xmlns:pr="smNativeData" xmlns="smNativeData" val="SMDATA_15_9lpfaR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pR4AANckAADKKAAAIygAAAAgAAAmAAAACAAAAP//////////"/>
                </a:ext>
              </a:extLst>
            </p:cNvSpPr>
            <p:nvPr/>
          </p:nvSpPr>
          <p:spPr>
            <a:xfrm>
              <a:off x="4981575" y="5988685"/>
              <a:ext cx="1649095" cy="53594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0" rIns="0" bIns="0" numCol="1" spcCol="215900" anchor="t"/>
            <a:lstStyle/>
            <a:p>
              <a:pPr lvl="1" marL="0" indent="0" algn="l">
                <a:lnSpc>
                  <a:spcPts val="3835"/>
                </a:lnSpc>
                <a:spcBef>
                  <a:spcPts val="0"/>
                </a:spcBef>
                <a:defRPr lang="en-us"/>
              </a:pPr>
              <a:r>
                <a:rPr lang="en-us" sz="3195" cap="none" spc="-21">
                  <a:solidFill>
                    <a:srgbClr val="DCEEFF"/>
                  </a:solidFill>
                  <a:latin typeface="ITC Avant Garde Gothic" pitchFamily="0" charset="0"/>
                  <a:ea typeface="ITC Avant Garde Gothic" pitchFamily="0" charset="0"/>
                  <a:cs typeface="ITC Avant Garde Gothic" pitchFamily="0" charset="0"/>
                </a:rPr>
                <a:t>02</a:t>
              </a:r>
              <a:endParaRPr lang="en-us" sz="3195" cap="none" spc="-21">
                <a:solidFill>
                  <a:srgbClr val="DCEEFF"/>
                </a:solidFill>
                <a:latin typeface="ITC Avant Garde Gothic" pitchFamily="0" charset="0"/>
                <a:ea typeface="ITC Avant Garde Gothic" pitchFamily="0" charset="0"/>
                <a:cs typeface="ITC Avant Garde Gothic" pitchFamily="0" charset="0"/>
              </a:endParaRPr>
            </a:p>
          </p:txBody>
        </p:sp>
      </p:grpSp>
      <p:grpSp>
        <p:nvGrpSpPr>
          <p:cNvPr id="8" name="Group 8"/>
          <p:cNvGrpSpPr>
            <a:extLst>
              <a:ext uri="smNativeData">
                <pr:smNativeData xmlns:pr="smNativeData" xmlns="smNativeData" val="SMDATA_6_9lpfaRMAAAAlAAAAAQAAAA8BAAAAkAAAAEgAAACQAAAASAAAAAAAAAAAAAAAAAAAABcAAAAUAAAAAAAAAAAAAAD/fwAA/38AAAAAAAAJAAAABAAAAAAAAAAfAAAAVAAAAAAAAAAAAAAAAAAAAAAAAAAAAAAAAAAAAAAAAAAAAAAAAAAAAAAAAAAAAAAAAAAAAAAAAAAAAAAAAAAAAAAAAAAAAAAAAAAAAAAAAAAAAAAAAAAAACEAAAAYAAAAFAAAADA5AAAmJQAAAkkAAL81AAAQAAAAJgAAAAgAAAD/////AAAAAA=="/>
              </a:ext>
            </a:extLst>
          </p:cNvGrpSpPr>
          <p:nvPr/>
        </p:nvGrpSpPr>
        <p:grpSpPr>
          <a:xfrm>
            <a:off x="9296400" y="6038850"/>
            <a:ext cx="2571750" cy="2698115"/>
            <a:chOff x="9296400" y="6038850"/>
            <a:chExt cx="2571750" cy="2698115"/>
          </a:xfrm>
        </p:grpSpPr>
        <p:sp>
          <p:nvSpPr>
            <p:cNvPr id="10" name="TextBox 9"/>
            <p:cNvSpPr>
              <a:extLst>
                <a:ext uri="smNativeData">
                  <pr:smNativeData xmlns:pr="smNativeData" xmlns="smNativeData" val="SMDATA_15_9lpfaR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MDkAAHkqAAACSQAAvzUAAAAgAAAmAAAACAAAAP//////////"/>
                </a:ext>
              </a:extLst>
            </p:cNvSpPr>
            <p:nvPr/>
          </p:nvSpPr>
          <p:spPr>
            <a:xfrm>
              <a:off x="9296400" y="6904355"/>
              <a:ext cx="2571750" cy="183261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0" rIns="0" bIns="0" numCol="1" spcCol="215900" anchor="t"/>
            <a:lstStyle/>
            <a:p>
              <a:pPr marL="0" indent="0" algn="l">
                <a:lnSpc>
                  <a:spcPts val="2940"/>
                </a:lnSpc>
                <a:defRPr lang="en-us"/>
              </a:pPr>
              <a:r>
                <a:rPr lang="en-us" sz="2100" cap="none" spc="-11">
                  <a:solidFill>
                    <a:srgbClr val="DCEEFF"/>
                  </a:solidFill>
                  <a:latin typeface="TT Fors" pitchFamily="0" charset="0"/>
                  <a:ea typeface="TT Fors" pitchFamily="0" charset="0"/>
                  <a:cs typeface="TT Fors" pitchFamily="0" charset="0"/>
                </a:rPr>
                <a:t>Peer validation engages academic review to ensure research quality and credibility.</a:t>
              </a:r>
              <a:endParaRPr lang="en-us" sz="2100" cap="none" spc="-11">
                <a:solidFill>
                  <a:srgbClr val="DCEEFF"/>
                </a:solidFill>
                <a:latin typeface="TT Fors" pitchFamily="0" charset="0"/>
                <a:ea typeface="TT Fors" pitchFamily="0" charset="0"/>
                <a:cs typeface="TT Fors" pitchFamily="0" charset="0"/>
              </a:endParaRPr>
            </a:p>
          </p:txBody>
        </p:sp>
        <p:sp>
          <p:nvSpPr>
            <p:cNvPr id="9" name="TextBox 10"/>
            <p:cNvSpPr>
              <a:extLst>
                <a:ext uri="smNativeData">
                  <pr:smNativeData xmlns:pr="smNativeData" xmlns="smNativeData" val="SMDATA_15_9lpfaR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MDkAANckAABVQwAAIygAAAAgAAAmAAAACAAAAP//////////"/>
                </a:ext>
              </a:extLst>
            </p:cNvSpPr>
            <p:nvPr/>
          </p:nvSpPr>
          <p:spPr>
            <a:xfrm>
              <a:off x="9296400" y="5988685"/>
              <a:ext cx="1649095" cy="53594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0" rIns="0" bIns="0" numCol="1" spcCol="215900" anchor="t"/>
            <a:lstStyle/>
            <a:p>
              <a:pPr lvl="1" marL="0" indent="0" algn="l">
                <a:lnSpc>
                  <a:spcPts val="3835"/>
                </a:lnSpc>
                <a:spcBef>
                  <a:spcPts val="0"/>
                </a:spcBef>
                <a:defRPr lang="en-us"/>
              </a:pPr>
              <a:r>
                <a:rPr lang="en-us" sz="3195" cap="none" spc="-21">
                  <a:solidFill>
                    <a:srgbClr val="DCEEFF"/>
                  </a:solidFill>
                  <a:latin typeface="ITC Avant Garde Gothic" pitchFamily="0" charset="0"/>
                  <a:ea typeface="ITC Avant Garde Gothic" pitchFamily="0" charset="0"/>
                  <a:cs typeface="ITC Avant Garde Gothic" pitchFamily="0" charset="0"/>
                </a:rPr>
                <a:t>03</a:t>
              </a:r>
              <a:endParaRPr lang="en-us" sz="3195" cap="none" spc="-21">
                <a:solidFill>
                  <a:srgbClr val="DCEEFF"/>
                </a:solidFill>
                <a:latin typeface="ITC Avant Garde Gothic" pitchFamily="0" charset="0"/>
                <a:ea typeface="ITC Avant Garde Gothic" pitchFamily="0" charset="0"/>
                <a:cs typeface="ITC Avant Garde Gothic" pitchFamily="0" charset="0"/>
              </a:endParaRPr>
            </a:p>
          </p:txBody>
        </p:sp>
      </p:grpSp>
      <p:grpSp>
        <p:nvGrpSpPr>
          <p:cNvPr id="11" name="Group 11"/>
          <p:cNvGrpSpPr>
            <a:extLst>
              <a:ext uri="smNativeData">
                <pr:smNativeData xmlns:pr="smNativeData" xmlns="smNativeData" val="SMDATA_6_9lpfaRMAAAAlAAAAAQAAAA8BAAAAkAAAAEgAAACQAAAASAAAAAAAAAAAAAAAAAAAABcAAAAUAAAAAAAAAAAAAAD/fwAA/38AAAAAAAAJAAAABAAAAAAAAAAfAAAAVAAAAAAAAAAAAAAAAAAAAAAAAAAAAAAAAAAAAAAAAAAAAAAAAAAAAAAAAAAAAAAAAAAAAAAAAAAAAAAAAAAAAAAAAAAAAAAAAAAAAAAAAAAAAAAAAAAAACEAAAAYAAAAFAAAALtTAAAmJQAAjWMAAL81AAAQAAAAJgAAAAgAAAD/////AAAAAA=="/>
              </a:ext>
            </a:extLst>
          </p:cNvGrpSpPr>
          <p:nvPr/>
        </p:nvGrpSpPr>
        <p:grpSpPr>
          <a:xfrm>
            <a:off x="13611225" y="6038850"/>
            <a:ext cx="2571750" cy="2698115"/>
            <a:chOff x="13611225" y="6038850"/>
            <a:chExt cx="2571750" cy="2698115"/>
          </a:xfrm>
        </p:grpSpPr>
        <p:sp>
          <p:nvSpPr>
            <p:cNvPr id="13" name="TextBox 12"/>
            <p:cNvSpPr>
              <a:extLst>
                <a:ext uri="smNativeData">
                  <pr:smNativeData xmlns:pr="smNativeData" xmlns="smNativeData" val="SMDATA_15_9lpfaR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u1MAAHkqAACNYwAAvzUAAAAgAAAmAAAACAAAAP//////////"/>
                </a:ext>
              </a:extLst>
            </p:cNvSpPr>
            <p:nvPr/>
          </p:nvSpPr>
          <p:spPr>
            <a:xfrm>
              <a:off x="13611225" y="6904355"/>
              <a:ext cx="2571750" cy="183261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0" rIns="0" bIns="0" numCol="1" spcCol="215900" anchor="t"/>
            <a:lstStyle/>
            <a:p>
              <a:pPr marL="0" indent="0" algn="l">
                <a:lnSpc>
                  <a:spcPts val="2940"/>
                </a:lnSpc>
                <a:defRPr lang="en-us"/>
              </a:pPr>
              <a:r>
                <a:rPr lang="en-us" sz="2100" cap="none" spc="-11">
                  <a:solidFill>
                    <a:srgbClr val="DCEEFF"/>
                  </a:solidFill>
                  <a:latin typeface="TT Fors" pitchFamily="0" charset="0"/>
                  <a:ea typeface="TT Fors" pitchFamily="0" charset="0"/>
                  <a:cs typeface="TT Fors" pitchFamily="0" charset="0"/>
                </a:rPr>
                <a:t>Continuous feedback mechanisms promote iterative improvement and stakeholder engagement.</a:t>
              </a:r>
              <a:endParaRPr lang="en-us" sz="2100" cap="none" spc="-11">
                <a:solidFill>
                  <a:srgbClr val="DCEEFF"/>
                </a:solidFill>
                <a:latin typeface="TT Fors" pitchFamily="0" charset="0"/>
                <a:ea typeface="TT Fors" pitchFamily="0" charset="0"/>
                <a:cs typeface="TT Fors" pitchFamily="0" charset="0"/>
              </a:endParaRPr>
            </a:p>
          </p:txBody>
        </p:sp>
        <p:sp>
          <p:nvSpPr>
            <p:cNvPr id="12" name="TextBox 13"/>
            <p:cNvSpPr>
              <a:extLst>
                <a:ext uri="smNativeData">
                  <pr:smNativeData xmlns:pr="smNativeData" xmlns="smNativeData" val="SMDATA_15_9lpfaR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u1MAANckAADgXQAAIygAAAAgAAAmAAAACAAAAP//////////"/>
                </a:ext>
              </a:extLst>
            </p:cNvSpPr>
            <p:nvPr/>
          </p:nvSpPr>
          <p:spPr>
            <a:xfrm>
              <a:off x="13611225" y="5988685"/>
              <a:ext cx="1649095" cy="53594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0" rIns="0" bIns="0" numCol="1" spcCol="215900" anchor="t"/>
            <a:lstStyle/>
            <a:p>
              <a:pPr lvl="1" marL="0" indent="0" algn="l">
                <a:lnSpc>
                  <a:spcPts val="3835"/>
                </a:lnSpc>
                <a:spcBef>
                  <a:spcPts val="0"/>
                </a:spcBef>
                <a:defRPr lang="en-us"/>
              </a:pPr>
              <a:r>
                <a:rPr lang="en-us" sz="3195" cap="none" spc="-21">
                  <a:solidFill>
                    <a:srgbClr val="DCEEFF"/>
                  </a:solidFill>
                  <a:latin typeface="ITC Avant Garde Gothic" pitchFamily="0" charset="0"/>
                  <a:ea typeface="ITC Avant Garde Gothic" pitchFamily="0" charset="0"/>
                  <a:cs typeface="ITC Avant Garde Gothic" pitchFamily="0" charset="0"/>
                </a:rPr>
                <a:t>04</a:t>
              </a:r>
              <a:endParaRPr lang="en-us" sz="3195" cap="none" spc="-21">
                <a:solidFill>
                  <a:srgbClr val="DCEEFF"/>
                </a:solidFill>
                <a:latin typeface="ITC Avant Garde Gothic" pitchFamily="0" charset="0"/>
                <a:ea typeface="ITC Avant Garde Gothic" pitchFamily="0" charset="0"/>
                <a:cs typeface="ITC Avant Garde Gothic" pitchFamily="0" charset="0"/>
              </a:endParaRPr>
            </a:p>
          </p:txBody>
        </p:sp>
      </p:grpSp>
      <p:sp>
        <p:nvSpPr>
          <p:cNvPr id="14" name="TextBox 14"/>
          <p:cNvSpPr>
            <a:extLst>
              <a:ext uri="smNativeData">
                <pr:smNativeData xmlns:pr="smNativeData" xmlns="smNativeData" val="SMDATA_15_9lpfaR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GgQAAAsEAAC0WgAAxhEAABAgAAAmAAAACAAAAP//////////"/>
              </a:ext>
            </a:extLst>
          </p:cNvSpPr>
          <p:nvPr/>
        </p:nvSpPr>
        <p:spPr>
          <a:xfrm>
            <a:off x="666750" y="657225"/>
            <a:ext cx="14077950" cy="22320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 marL="0" indent="0" algn="l">
              <a:lnSpc>
                <a:spcPts val="8000"/>
              </a:lnSpc>
              <a:spcBef>
                <a:spcPts val="0"/>
              </a:spcBef>
              <a:defRPr lang="en-us"/>
            </a:pPr>
            <a:r>
              <a:rPr lang="en-us" sz="8000" cap="none" spc="-51">
                <a:solidFill>
                  <a:srgbClr val="BAE1FF"/>
                </a:solidFill>
                <a:latin typeface="ITC Avant Garde Gothic" pitchFamily="0" charset="0"/>
                <a:ea typeface="ITC Avant Garde Gothic" pitchFamily="0" charset="0"/>
                <a:cs typeface="ITC Avant Garde Gothic" pitchFamily="0" charset="0"/>
              </a:rPr>
              <a:t>Validation Strategies in ARCH-FL</a:t>
            </a:r>
            <a:endParaRPr lang="en-us" sz="8000" cap="none" spc="-51">
              <a:solidFill>
                <a:srgbClr val="BAE1FF"/>
              </a:solidFill>
              <a:latin typeface="ITC Avant Garde Gothic" pitchFamily="0" charset="0"/>
              <a:ea typeface="ITC Avant Garde Gothic" pitchFamily="0" charset="0"/>
              <a:cs typeface="ITC Avant Garde Gothic" pitchFamily="0" charset="0"/>
            </a:endParaRPr>
          </a:p>
        </p:txBody>
      </p:sp>
      <p:grpSp>
        <p:nvGrpSpPr>
          <p:cNvPr id="15" name="Group 15"/>
          <p:cNvGrpSpPr>
            <a:extLst>
              <a:ext uri="smNativeData">
                <pr:smNativeData xmlns:pr="smNativeData" xmlns="smNativeData" val="SMDATA_6_9lpfaRMAAAAlAAAAAQAAAA8BAAAAkAAAAEgAAACQAAAASAAAAAAAAAAAAAAAAAAAABcAAAAUAAAAAAAAAAAAAAD/fwAA/38AAAAAAAAJAAAABAAAAAH9Af4fAAAAVAAAAAAAAAAAAAAAAAAAAAAAAAAAAAAAAAAAAAAAAAAAAAAAAAAAAAAAAAAAAAAAAAAAAAAAAAAAAAAAAAAAAAAAAAAAAAAAAAAAAAAAAAAAAAAAAAAAACEAAAAYAAAAFAAAABoEAACkHwAAJAkAAGIiAAAQAAAAJgAAAAgAAAD/////AAAAAA=="/>
              </a:ext>
            </a:extLst>
          </p:cNvGrpSpPr>
          <p:nvPr/>
        </p:nvGrpSpPr>
        <p:grpSpPr>
          <a:xfrm>
            <a:off x="666750" y="5143500"/>
            <a:ext cx="819150" cy="445770"/>
            <a:chOff x="666750" y="5143500"/>
            <a:chExt cx="819150" cy="445770"/>
          </a:xfrm>
        </p:grpSpPr>
        <p:sp>
          <p:nvSpPr>
            <p:cNvPr id="17" name="Freeform 16"/>
            <p:cNvSpPr>
              <a:extLst>
                <a:ext uri="smNativeData">
                  <pr:smNativeData xmlns:pr="smNativeData" xmlns="smNativeData" val="SMDATA_15_9lpfaRMAAAAlAAAACwAAAA0AAAAADwMAAAAAAAC4BgAAqQMAAAAAAAAAAAAAAAAAAAEAAABQAAAAAAAAAAAA4D8AAAAAAADgPwAAAAAAAOA/AAAAAAAA4D8AAAAAAADgPwAAAAAAAOA/AAAAAAAA4D8AAAAAAADgPwAAAAAAAOA/AAAAAAAA4D8CAAAAjAAAAAEAAAACAAAA////AP///wgAAAAAAAAAABIwo2560uuw5JzJf+OeCVIB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J/f38A7uzhA8zMzADAwP8Af39/AAAAAAAAAAAAAAAAAAAAAAAAAAAAIQAAABgAAAAUAAAAZgYAAKQfAAAkCQAAYiIAAAAAAAAmAAAACAAAAP//////////"/>
                </a:ext>
              </a:extLst>
            </p:cNvSpPr>
            <p:nvPr/>
          </p:nvSpPr>
          <p:spPr>
            <a:xfrm>
              <a:off x="1040130" y="5143500"/>
              <a:ext cx="445770" cy="445770"/>
            </a:xfrm>
            <a:custGeom>
              <a:avLst/>
              <a:gdLst/>
              <a:ahLst/>
              <a:cxnLst/>
              <a:rect l="0" t="0" r="445770" b="445770"/>
              <a:pathLst>
                <a:path w="445770" h="445770">
                  <a:moveTo>
                    <a:pt x="0" y="0"/>
                  </a:moveTo>
                  <a:lnTo>
                    <a:pt x="445770" y="0"/>
                  </a:lnTo>
                  <a:lnTo>
                    <a:pt x="445770" y="445770"/>
                  </a:lnTo>
                  <a:lnTo>
                    <a:pt x="0" y="4457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stretch/>
            </a:blipFill>
            <a:ln>
              <a:noFill/>
            </a:ln>
            <a:effectLst/>
          </p:spPr>
        </p:sp>
        <p:sp>
          <p:nvSpPr>
            <p:cNvPr id="16" name="Freeform 17"/>
            <p:cNvSpPr>
              <a:extLst>
                <a:ext uri="smNativeData">
                  <pr:smNativeData xmlns:pr="smNativeData" xmlns="smNativeData" val="SMDATA_15_9lpfaRMAAAAlAAAACwAAAA0AAAAAAAAAAAAAAACpAwAAqQMAAAAAAAAAAAAAAAAAAAEAAABQAAAAAAAAAAAA4D8AAAAAAADgPwAAAAAAAOA/AAAAAAAA4D8AAAAAAADgPwAAAAAAAOA/AAAAAAAA4D8AAAAAAADgPwAAAAAAAOA/AAAAAAAA4D8CAAAAjAAAAAEAAAACAAAA////AP///wgAAAAAAAAAABIwo2560uuw5JzJf+OeCVIB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J/f38A7uzhA8zMzADAwP8Af39/AAAAAAAAAAAAAAAAAAAAAAAAAAAAIQAAABgAAAAUAAAAGgQAAKQfAADYBgAAYiIAAAAAAAAmAAAACAAAAP//////////"/>
                </a:ext>
              </a:extLst>
            </p:cNvSpPr>
            <p:nvPr/>
          </p:nvSpPr>
          <p:spPr>
            <a:xfrm>
              <a:off x="666750" y="5143500"/>
              <a:ext cx="445770" cy="445770"/>
            </a:xfrm>
            <a:custGeom>
              <a:avLst/>
              <a:gdLst/>
              <a:ahLst/>
              <a:cxnLst/>
              <a:rect l="0" t="0" r="445770" b="445770"/>
              <a:pathLst>
                <a:path w="445770" h="445770">
                  <a:moveTo>
                    <a:pt x="0" y="0"/>
                  </a:moveTo>
                  <a:lnTo>
                    <a:pt x="445770" y="0"/>
                  </a:lnTo>
                  <a:lnTo>
                    <a:pt x="445770" y="445770"/>
                  </a:lnTo>
                  <a:lnTo>
                    <a:pt x="0" y="4457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stretch/>
            </a:blipFill>
            <a:ln>
              <a:noFill/>
            </a:ln>
            <a:effectLst/>
          </p:spPr>
        </p:sp>
      </p:grpSp>
      <p:grpSp>
        <p:nvGrpSpPr>
          <p:cNvPr id="18" name="Group 18"/>
          <p:cNvGrpSpPr>
            <a:extLst>
              <a:ext uri="smNativeData">
                <pr:smNativeData xmlns:pr="smNativeData" xmlns="smNativeData" val="SMDATA_6_9lpfaRMAAAAlAAAAAQAAAA8BAAAAkAAAAEgAAACQAAAASAAAAAAAAAAAAAAAAAAAABcAAAAUAAAAAAAAAAAAAAD/fwAA/38AAAAAAAAJAAAABAAAAAAAAAAfAAAAVAAAAAAAAAAAAAAAAAAAAAAAAAAAAAAAAAAAAAAAAAAAAAAAAAAAAAAAAAAAAAAAAAAAAAAAAAAAAAAAAAAAAAAAAAAAAAAAAAAAAAAAAAAAAAAAAAAAACEAAAAYAAAAFAAAAKUeAACkHwAAryMAAGIiAAAQAAAAJgAAAAgAAAD/////AAAAAA=="/>
              </a:ext>
            </a:extLst>
          </p:cNvGrpSpPr>
          <p:nvPr/>
        </p:nvGrpSpPr>
        <p:grpSpPr>
          <a:xfrm>
            <a:off x="4981575" y="5143500"/>
            <a:ext cx="819150" cy="445770"/>
            <a:chOff x="4981575" y="5143500"/>
            <a:chExt cx="819150" cy="445770"/>
          </a:xfrm>
        </p:grpSpPr>
        <p:sp>
          <p:nvSpPr>
            <p:cNvPr id="20" name="Freeform 19"/>
            <p:cNvSpPr>
              <a:extLst>
                <a:ext uri="smNativeData">
                  <pr:smNativeData xmlns:pr="smNativeData" xmlns="smNativeData" val="SMDATA_15_9lpfaRMAAAAlAAAACwAAAA0AAAAADwMAAAAAAAC4BgAAqQMAAAAAAAAAAAAAAAAAAAEAAABQAAAAAAAAAAAA4D8AAAAAAADgPwAAAAAAAOA/AAAAAAAA4D8AAAAAAADgPwAAAAAAAOA/AAAAAAAA4D8AAAAAAADgPwAAAAAAAOA/AAAAAAAA4D8CAAAAjAAAAAEAAAACAAAA////AP///wgAAAAAAAAAABIwo2560uuw5JzJf+OeCVIB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J/f38A7uzhA8zMzADAwP8Af39/AAAAAAAAAAAAAAAAAAAAAAAAAAAAIQAAABgAAAAUAAAA8SAAAKQfAACvIwAAYiIAAAAAAAAmAAAACAAAAP//////////"/>
                </a:ext>
              </a:extLst>
            </p:cNvSpPr>
            <p:nvPr/>
          </p:nvSpPr>
          <p:spPr>
            <a:xfrm>
              <a:off x="5354955" y="5143500"/>
              <a:ext cx="445770" cy="445770"/>
            </a:xfrm>
            <a:custGeom>
              <a:avLst/>
              <a:gdLst/>
              <a:ahLst/>
              <a:cxnLst/>
              <a:rect l="0" t="0" r="445770" b="445770"/>
              <a:pathLst>
                <a:path w="445770" h="445770">
                  <a:moveTo>
                    <a:pt x="0" y="0"/>
                  </a:moveTo>
                  <a:lnTo>
                    <a:pt x="445770" y="0"/>
                  </a:lnTo>
                  <a:lnTo>
                    <a:pt x="445770" y="445770"/>
                  </a:lnTo>
                  <a:lnTo>
                    <a:pt x="0" y="4457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stretch/>
            </a:blipFill>
            <a:ln>
              <a:noFill/>
            </a:ln>
            <a:effectLst/>
          </p:spPr>
        </p:sp>
        <p:sp>
          <p:nvSpPr>
            <p:cNvPr id="19" name="Freeform 20"/>
            <p:cNvSpPr>
              <a:extLst>
                <a:ext uri="smNativeData">
                  <pr:smNativeData xmlns:pr="smNativeData" xmlns="smNativeData" val="SMDATA_15_9lpfaRMAAAAlAAAACwAAAA0AAAAAAAAAAAAAAACpAwAAqQMAAAAAAAAAAAAAAAAAAAEAAABQAAAAAAAAAAAA4D8AAAAAAADgPwAAAAAAAOA/AAAAAAAA4D8AAAAAAADgPwAAAAAAAOA/AAAAAAAA4D8AAAAAAADgPwAAAAAAAOA/AAAAAAAA4D8CAAAAjAAAAAEAAAACAAAA////AP///wgAAAAAAAAAABIwo2560uuw5JzJf+OeCVIB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J/f38A7uzhA8zMzADAwP8Af39/AAAAAAAAAAAAAAAAAAAAAAAAAAAAIQAAABgAAAAUAAAApR4AAKQfAABjIQAAYiIAAAAAAAAmAAAACAAAAP//////////"/>
                </a:ext>
              </a:extLst>
            </p:cNvSpPr>
            <p:nvPr/>
          </p:nvSpPr>
          <p:spPr>
            <a:xfrm>
              <a:off x="4981575" y="5143500"/>
              <a:ext cx="445770" cy="445770"/>
            </a:xfrm>
            <a:custGeom>
              <a:avLst/>
              <a:gdLst/>
              <a:ahLst/>
              <a:cxnLst/>
              <a:rect l="0" t="0" r="445770" b="445770"/>
              <a:pathLst>
                <a:path w="445770" h="445770">
                  <a:moveTo>
                    <a:pt x="0" y="0"/>
                  </a:moveTo>
                  <a:lnTo>
                    <a:pt x="445770" y="0"/>
                  </a:lnTo>
                  <a:lnTo>
                    <a:pt x="445770" y="445770"/>
                  </a:lnTo>
                  <a:lnTo>
                    <a:pt x="0" y="4457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stretch/>
            </a:blipFill>
            <a:ln>
              <a:noFill/>
            </a:ln>
            <a:effectLst/>
          </p:spPr>
        </p:sp>
      </p:grpSp>
      <p:grpSp>
        <p:nvGrpSpPr>
          <p:cNvPr id="21" name="Group 21"/>
          <p:cNvGrpSpPr>
            <a:extLst>
              <a:ext uri="smNativeData">
                <pr:smNativeData xmlns:pr="smNativeData" xmlns="smNativeData" val="SMDATA_6_9lpfaRMAAAAlAAAAAQAAAA8BAAAAkAAAAEgAAACQAAAASAAAAAAAAAAAAAAAAAAAABcAAAAUAAAAAAAAAAAAAAD/fwAA/38AAAAAAAAJAAAABAAAAAAAAAAfAAAAVAAAAAAAAAAAAAAAAAAAAAAAAAAAAAAAAAAAAAAAAAAAAAAAAAAAAAAAAAAAAAAAAAAAAAAAAAAAAAAAAAAAAAAAAAAAAAAAAAAAAAAAAAAAAAAAAAAAACEAAAAYAAAAFAAAADA5AACkHwAAOj4AAGIiAAAQAAAAJgAAAAgAAAD/////AAAAAA=="/>
              </a:ext>
            </a:extLst>
          </p:cNvGrpSpPr>
          <p:nvPr/>
        </p:nvGrpSpPr>
        <p:grpSpPr>
          <a:xfrm>
            <a:off x="9296400" y="5143500"/>
            <a:ext cx="819150" cy="445770"/>
            <a:chOff x="9296400" y="5143500"/>
            <a:chExt cx="819150" cy="445770"/>
          </a:xfrm>
        </p:grpSpPr>
        <p:sp>
          <p:nvSpPr>
            <p:cNvPr id="23" name="Freeform 22"/>
            <p:cNvSpPr>
              <a:extLst>
                <a:ext uri="smNativeData">
                  <pr:smNativeData xmlns:pr="smNativeData" xmlns="smNativeData" val="SMDATA_15_9lpfaRMAAAAlAAAACwAAAA0AAAAADwMAAAAAAAC4BgAAqQMAAAAAAAAAAAAAAAAAAAEAAABQAAAAAAAAAAAA4D8AAAAAAADgPwAAAAAAAOA/AAAAAAAA4D8AAAAAAADgPwAAAAAAAOA/AAAAAAAA4D8AAAAAAADgPwAAAAAAAOA/AAAAAAAA4D8CAAAAjAAAAAEAAAACAAAA////AP///wgAAAAAAAAAABIwo2560uuw5JzJf+OeCVIB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J/f38A7uzhA8zMzADAwP8Af39/AAAAAAAAAAAAAAAAAAAAAAAAAAAAIQAAABgAAAAUAAAAfDsAAKQfAAA6PgAAYiIAAAAAAAAmAAAACAAAAP//////////"/>
                </a:ext>
              </a:extLst>
            </p:cNvSpPr>
            <p:nvPr/>
          </p:nvSpPr>
          <p:spPr>
            <a:xfrm>
              <a:off x="9669780" y="5143500"/>
              <a:ext cx="445770" cy="445770"/>
            </a:xfrm>
            <a:custGeom>
              <a:avLst/>
              <a:gdLst/>
              <a:ahLst/>
              <a:cxnLst/>
              <a:rect l="0" t="0" r="445770" b="445770"/>
              <a:pathLst>
                <a:path w="445770" h="445770">
                  <a:moveTo>
                    <a:pt x="0" y="0"/>
                  </a:moveTo>
                  <a:lnTo>
                    <a:pt x="445770" y="0"/>
                  </a:lnTo>
                  <a:lnTo>
                    <a:pt x="445770" y="445770"/>
                  </a:lnTo>
                  <a:lnTo>
                    <a:pt x="0" y="4457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stretch/>
            </a:blipFill>
            <a:ln>
              <a:noFill/>
            </a:ln>
            <a:effectLst/>
          </p:spPr>
        </p:sp>
        <p:sp>
          <p:nvSpPr>
            <p:cNvPr id="22" name="Freeform 23"/>
            <p:cNvSpPr>
              <a:extLst>
                <a:ext uri="smNativeData">
                  <pr:smNativeData xmlns:pr="smNativeData" xmlns="smNativeData" val="SMDATA_15_9lpfaRMAAAAlAAAACwAAAA0AAAAAAAAAAAAAAACpAwAAqQMAAAAAAAAAAAAAAAAAAAEAAABQAAAAAAAAAAAA4D8AAAAAAADgPwAAAAAAAOA/AAAAAAAA4D8AAAAAAADgPwAAAAAAAOA/AAAAAAAA4D8AAAAAAADgPwAAAAAAAOA/AAAAAAAA4D8CAAAAjAAAAAEAAAACAAAA////AP///wgAAAAAAAAAABIwo2560uuw5JzJf+OeCVIB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J/f38A7uzhA8zMzADAwP8Af39/AAAAAAAAAAAAAAAAAAAAAAAAAAAAIQAAABgAAAAUAAAAMDkAAKQfAADuOwAAYiIAAAAAAAAmAAAACAAAAP//////////"/>
                </a:ext>
              </a:extLst>
            </p:cNvSpPr>
            <p:nvPr/>
          </p:nvSpPr>
          <p:spPr>
            <a:xfrm>
              <a:off x="9296400" y="5143500"/>
              <a:ext cx="445770" cy="445770"/>
            </a:xfrm>
            <a:custGeom>
              <a:avLst/>
              <a:gdLst/>
              <a:ahLst/>
              <a:cxnLst/>
              <a:rect l="0" t="0" r="445770" b="445770"/>
              <a:pathLst>
                <a:path w="445770" h="445770">
                  <a:moveTo>
                    <a:pt x="0" y="0"/>
                  </a:moveTo>
                  <a:lnTo>
                    <a:pt x="445770" y="0"/>
                  </a:lnTo>
                  <a:lnTo>
                    <a:pt x="445770" y="445770"/>
                  </a:lnTo>
                  <a:lnTo>
                    <a:pt x="0" y="4457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stretch/>
            </a:blipFill>
            <a:ln>
              <a:noFill/>
            </a:ln>
            <a:effectLst/>
          </p:spPr>
        </p:sp>
      </p:grpSp>
      <p:grpSp>
        <p:nvGrpSpPr>
          <p:cNvPr id="24" name="Group 24"/>
          <p:cNvGrpSpPr>
            <a:extLst>
              <a:ext uri="smNativeData">
                <pr:smNativeData xmlns:pr="smNativeData" xmlns="smNativeData" val="SMDATA_6_9lpfaRMAAAAlAAAAAQAAAA8BAAAAkAAAAEgAAACQAAAASAAAAAAAAAAAAAAAAAAAABcAAAAUAAAAAAAAAAAAAAD/fwAA/38AAAAAAAAJAAAABAAAAAAAAAAfAAAAVAAAAAAAAAAAAAAAAAAAAAAAAAAAAAAAAAAAAAAAAAAAAAAAAAAAAAAAAAAAAAAAAAAAAAAAAAAAAAAAAAAAAAAAAAAAAAAAAAAAAAAAAAAAAAAAAAAAACEAAAAYAAAAFAAAALtTAACkHwAAxVgAAGIiAAAQAAAAJgAAAAgAAAD/////AAAAAA=="/>
              </a:ext>
            </a:extLst>
          </p:cNvGrpSpPr>
          <p:nvPr/>
        </p:nvGrpSpPr>
        <p:grpSpPr>
          <a:xfrm>
            <a:off x="13611225" y="5143500"/>
            <a:ext cx="819150" cy="445770"/>
            <a:chOff x="13611225" y="5143500"/>
            <a:chExt cx="819150" cy="445770"/>
          </a:xfrm>
        </p:grpSpPr>
        <p:sp>
          <p:nvSpPr>
            <p:cNvPr id="26" name="Freeform 25"/>
            <p:cNvSpPr>
              <a:extLst>
                <a:ext uri="smNativeData">
                  <pr:smNativeData xmlns:pr="smNativeData" xmlns="smNativeData" val="SMDATA_15_9lpfaRMAAAAlAAAACwAAAA0AAAAADwMAAAAAAAC4BgAAqQMAAAAAAAAAAAAAAAAAAAEAAABQAAAAAAAAAAAA4D8AAAAAAADgPwAAAAAAAOA/AAAAAAAA4D8AAAAAAADgPwAAAAAAAOA/AAAAAAAA4D8AAAAAAADgPwAAAAAAAOA/AAAAAAAA4D8CAAAAjAAAAAEAAAACAAAA////AP///wgAAAAAAAAAABIwo2560uuw5JzJf+OeCVIB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J/f38A7uzhA8zMzADAwP8Af39/AAAAAAAAAAAAAAAAAAAAAAAAAAAAIQAAABgAAAAUAAAAB1YAAKQfAADFWAAAYiIAAAAAAAAmAAAACAAAAP//////////"/>
                </a:ext>
              </a:extLst>
            </p:cNvSpPr>
            <p:nvPr/>
          </p:nvSpPr>
          <p:spPr>
            <a:xfrm>
              <a:off x="13984605" y="5143500"/>
              <a:ext cx="445770" cy="445770"/>
            </a:xfrm>
            <a:custGeom>
              <a:avLst/>
              <a:gdLst/>
              <a:ahLst/>
              <a:cxnLst/>
              <a:rect l="0" t="0" r="445770" b="445770"/>
              <a:pathLst>
                <a:path w="445770" h="445770">
                  <a:moveTo>
                    <a:pt x="0" y="0"/>
                  </a:moveTo>
                  <a:lnTo>
                    <a:pt x="445770" y="0"/>
                  </a:lnTo>
                  <a:lnTo>
                    <a:pt x="445770" y="445770"/>
                  </a:lnTo>
                  <a:lnTo>
                    <a:pt x="0" y="4457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stretch/>
            </a:blipFill>
            <a:ln>
              <a:noFill/>
            </a:ln>
            <a:effectLst/>
          </p:spPr>
        </p:sp>
        <p:sp>
          <p:nvSpPr>
            <p:cNvPr id="25" name="Freeform 26"/>
            <p:cNvSpPr>
              <a:extLst>
                <a:ext uri="smNativeData">
                  <pr:smNativeData xmlns:pr="smNativeData" xmlns="smNativeData" val="SMDATA_15_9lpfaRMAAAAlAAAACwAAAA0AAAAAAAAAAAAAAACpAwAAqQMAAAAAAAAAAAAAAAAAAAEAAABQAAAAAAAAAAAA4D8AAAAAAADgPwAAAAAAAOA/AAAAAAAA4D8AAAAAAADgPwAAAAAAAOA/AAAAAAAA4D8AAAAAAADgPwAAAAAAAOA/AAAAAAAA4D8CAAAAjAAAAAEAAAACAAAA////AP///wgAAAAAAAAAABIwo2560uuw5JzJf+OeCVIB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J/f38A7uzhA8zMzADAwP8Af39/AAAAAAAAAAAAAAAAAAAAAAAAAAAAIQAAABgAAAAUAAAAu1MAAKQfAAB5VgAAYiIAAAAAAAAmAAAACAAAAP//////////"/>
                </a:ext>
              </a:extLst>
            </p:cNvSpPr>
            <p:nvPr/>
          </p:nvSpPr>
          <p:spPr>
            <a:xfrm>
              <a:off x="13611225" y="5143500"/>
              <a:ext cx="445770" cy="445770"/>
            </a:xfrm>
            <a:custGeom>
              <a:avLst/>
              <a:gdLst/>
              <a:ahLst/>
              <a:cxnLst/>
              <a:rect l="0" t="0" r="445770" b="445770"/>
              <a:pathLst>
                <a:path w="445770" h="445770">
                  <a:moveTo>
                    <a:pt x="0" y="0"/>
                  </a:moveTo>
                  <a:lnTo>
                    <a:pt x="445770" y="0"/>
                  </a:lnTo>
                  <a:lnTo>
                    <a:pt x="445770" y="445770"/>
                  </a:lnTo>
                  <a:lnTo>
                    <a:pt x="0" y="4457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stretch/>
            </a:blipFill>
            <a:ln>
              <a:noFill/>
            </a:ln>
            <a:effectLst/>
          </p:spPr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bg>
      <p:bgPr>
        <a:solidFill>
          <a:srgbClr val="0A1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extLst>
              <a:ext uri="smNativeData">
                <pr:smNativeData xmlns:pr="smNativeData" xmlns="smNativeData" val="SMDATA_6_9lpfaRMAAAAlAAAAAQAAAA8BAAAAkAAAAEgAAACQAAAASAAAAAAAAAAAAAAAAAAAABcAAAAUAAAAAAAAAAAAAAD/fwAA/38AAAAAAAAJAAAABAAAAAEAAAEfAAAAVAAAAAAAAAAAAAAAAAAAAAAAAAAAAAAAAAAAAAAAAAAAAAAAAAAAAAAAAAAAAAAAAAAAAAAAAAAAAAAAAAAAAAAAAAAAAAAAAAAAAAAAAAAAAAAAAAAAACEAAAAYAAAAFAAAABoEAAAmJQAA7BMAAL81AAAQAAAAJgAAAAgAAAD/////AAAAAA=="/>
              </a:ext>
            </a:extLst>
          </p:cNvGrpSpPr>
          <p:nvPr/>
        </p:nvGrpSpPr>
        <p:grpSpPr>
          <a:xfrm>
            <a:off x="666750" y="6038850"/>
            <a:ext cx="2571750" cy="2698115"/>
            <a:chOff x="666750" y="6038850"/>
            <a:chExt cx="2571750" cy="2698115"/>
          </a:xfrm>
        </p:grpSpPr>
        <p:sp>
          <p:nvSpPr>
            <p:cNvPr id="4" name="TextBox 3"/>
            <p:cNvSpPr>
              <a:extLst>
                <a:ext uri="smNativeData">
                  <pr:smNativeData xmlns:pr="smNativeData" xmlns="smNativeData" val="SMDATA_15_9lpfaR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GgQAAHkqAADsEwAAvzUAAAAgAAAmAAAACAAAAP//////////"/>
                </a:ext>
              </a:extLst>
            </p:cNvSpPr>
            <p:nvPr/>
          </p:nvSpPr>
          <p:spPr>
            <a:xfrm>
              <a:off x="666750" y="6904355"/>
              <a:ext cx="2571750" cy="183261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0" rIns="0" bIns="0" numCol="1" spcCol="215900" anchor="t"/>
            <a:lstStyle/>
            <a:p>
              <a:pPr marL="0" indent="0" algn="l">
                <a:lnSpc>
                  <a:spcPts val="2940"/>
                </a:lnSpc>
                <a:defRPr lang="en-us"/>
              </a:pPr>
              <a:r>
                <a:rPr lang="en-us" sz="2100" cap="none" spc="-11">
                  <a:solidFill>
                    <a:srgbClr val="DCEEFF"/>
                  </a:solidFill>
                  <a:latin typeface="TT Fors" pitchFamily="0" charset="0"/>
                  <a:ea typeface="TT Fors" pitchFamily="0" charset="0"/>
                  <a:cs typeface="TT Fors" pitchFamily="0" charset="0"/>
                </a:rPr>
                <a:t>GDPR and HIPAA compliance ensures patient data protection and privacy.</a:t>
              </a:r>
              <a:endParaRPr lang="en-us" sz="2100" cap="none" spc="-11">
                <a:solidFill>
                  <a:srgbClr val="DCEEFF"/>
                </a:solidFill>
                <a:latin typeface="TT Fors" pitchFamily="0" charset="0"/>
                <a:ea typeface="TT Fors" pitchFamily="0" charset="0"/>
                <a:cs typeface="TT Fors" pitchFamily="0" charset="0"/>
              </a:endParaRPr>
            </a:p>
          </p:txBody>
        </p:sp>
        <p:sp>
          <p:nvSpPr>
            <p:cNvPr id="3" name="TextBox 4"/>
            <p:cNvSpPr>
              <a:extLst>
                <a:ext uri="smNativeData">
                  <pr:smNativeData xmlns:pr="smNativeData" xmlns="smNativeData" val="SMDATA_15_9lpfaR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GgQAANckAAA/DgAAIygAAAAgAAAmAAAACAAAAP//////////"/>
                </a:ext>
              </a:extLst>
            </p:cNvSpPr>
            <p:nvPr/>
          </p:nvSpPr>
          <p:spPr>
            <a:xfrm>
              <a:off x="666750" y="5988685"/>
              <a:ext cx="1649095" cy="53594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0" rIns="0" bIns="0" numCol="1" spcCol="215900" anchor="t"/>
            <a:lstStyle/>
            <a:p>
              <a:pPr lvl="1" marL="0" indent="0" algn="l">
                <a:lnSpc>
                  <a:spcPts val="3835"/>
                </a:lnSpc>
                <a:spcBef>
                  <a:spcPts val="0"/>
                </a:spcBef>
                <a:defRPr lang="en-us"/>
              </a:pPr>
              <a:r>
                <a:rPr lang="en-us" sz="3195" cap="none" spc="-21">
                  <a:solidFill>
                    <a:srgbClr val="DCEEFF"/>
                  </a:solidFill>
                  <a:latin typeface="ITC Avant Garde Gothic" pitchFamily="0" charset="0"/>
                  <a:ea typeface="ITC Avant Garde Gothic" pitchFamily="0" charset="0"/>
                  <a:cs typeface="ITC Avant Garde Gothic" pitchFamily="0" charset="0"/>
                </a:rPr>
                <a:t>01</a:t>
              </a:r>
              <a:endParaRPr lang="en-us" sz="3195" cap="none" spc="-21">
                <a:solidFill>
                  <a:srgbClr val="DCEEFF"/>
                </a:solidFill>
                <a:latin typeface="ITC Avant Garde Gothic" pitchFamily="0" charset="0"/>
                <a:ea typeface="ITC Avant Garde Gothic" pitchFamily="0" charset="0"/>
                <a:cs typeface="ITC Avant Garde Gothic" pitchFamily="0" charset="0"/>
              </a:endParaRPr>
            </a:p>
          </p:txBody>
        </p:sp>
      </p:grpSp>
      <p:grpSp>
        <p:nvGrpSpPr>
          <p:cNvPr id="5" name="Group 5"/>
          <p:cNvGrpSpPr>
            <a:extLst>
              <a:ext uri="smNativeData">
                <pr:smNativeData xmlns:pr="smNativeData" xmlns="smNativeData" val="SMDATA_6_9lpfaRMAAAAlAAAAAQAAAA8BAAAAkAAAAEgAAACQAAAASAAAAAAAAAAAAAAAAAAAABcAAAAUAAAAAAAAAAAAAAD/fwAA/38AAAAAAAAJAAAABAAAAAAAAAAfAAAAVAAAAAAAAAAAAAAAAAAAAAAAAAAAAAAAAAAAAAAAAAAAAAAAAAAAAAAAAAAAAAAAAAAAAAAAAAAAAAAAAAAAAAAAAAAAAAAAAAAAAAAAAAAAAAAAAAAAACEAAAAYAAAAFAAAAKUeAAAmJQAAdy4AAL81AAAQAAAAJgAAAAgAAAD/////AAAAAA=="/>
              </a:ext>
            </a:extLst>
          </p:cNvGrpSpPr>
          <p:nvPr/>
        </p:nvGrpSpPr>
        <p:grpSpPr>
          <a:xfrm>
            <a:off x="4981575" y="6038850"/>
            <a:ext cx="2571750" cy="2698115"/>
            <a:chOff x="4981575" y="6038850"/>
            <a:chExt cx="2571750" cy="2698115"/>
          </a:xfrm>
        </p:grpSpPr>
        <p:sp>
          <p:nvSpPr>
            <p:cNvPr id="7" name="TextBox 6"/>
            <p:cNvSpPr>
              <a:extLst>
                <a:ext uri="smNativeData">
                  <pr:smNativeData xmlns:pr="smNativeData" xmlns="smNativeData" val="SMDATA_15_9lpfaR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pR4AAHkqAAB3LgAAvzUAAAAgAAAmAAAACAAAAP//////////"/>
                </a:ext>
              </a:extLst>
            </p:cNvSpPr>
            <p:nvPr/>
          </p:nvSpPr>
          <p:spPr>
            <a:xfrm>
              <a:off x="4981575" y="6904355"/>
              <a:ext cx="2571750" cy="183261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0" rIns="0" bIns="0" numCol="1" spcCol="215900" anchor="t"/>
            <a:lstStyle/>
            <a:p>
              <a:pPr marL="0" indent="0" algn="l">
                <a:lnSpc>
                  <a:spcPts val="2940"/>
                </a:lnSpc>
                <a:defRPr lang="en-us"/>
              </a:pPr>
              <a:r>
                <a:rPr lang="en-us" sz="2100" cap="none" spc="-11">
                  <a:solidFill>
                    <a:srgbClr val="DCEEFF"/>
                  </a:solidFill>
                  <a:latin typeface="TT Fors" pitchFamily="0" charset="0"/>
                  <a:ea typeface="TT Fors" pitchFamily="0" charset="0"/>
                  <a:cs typeface="TT Fors" pitchFamily="0" charset="0"/>
                </a:rPr>
                <a:t>Transparency via open-source promotes trust and allows community collaboration.</a:t>
              </a:r>
              <a:endParaRPr lang="en-us" sz="2100" cap="none" spc="-11">
                <a:solidFill>
                  <a:srgbClr val="DCEEFF"/>
                </a:solidFill>
                <a:latin typeface="TT Fors" pitchFamily="0" charset="0"/>
                <a:ea typeface="TT Fors" pitchFamily="0" charset="0"/>
                <a:cs typeface="TT Fors" pitchFamily="0" charset="0"/>
              </a:endParaRPr>
            </a:p>
          </p:txBody>
        </p:sp>
        <p:sp>
          <p:nvSpPr>
            <p:cNvPr id="6" name="TextBox 7"/>
            <p:cNvSpPr>
              <a:extLst>
                <a:ext uri="smNativeData">
                  <pr:smNativeData xmlns:pr="smNativeData" xmlns="smNativeData" val="SMDATA_15_9lpfaR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pR4AANckAADKKAAAIygAAAAgAAAmAAAACAAAAP//////////"/>
                </a:ext>
              </a:extLst>
            </p:cNvSpPr>
            <p:nvPr/>
          </p:nvSpPr>
          <p:spPr>
            <a:xfrm>
              <a:off x="4981575" y="5988685"/>
              <a:ext cx="1649095" cy="53594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0" rIns="0" bIns="0" numCol="1" spcCol="215900" anchor="t"/>
            <a:lstStyle/>
            <a:p>
              <a:pPr lvl="1" marL="0" indent="0" algn="l">
                <a:lnSpc>
                  <a:spcPts val="3835"/>
                </a:lnSpc>
                <a:spcBef>
                  <a:spcPts val="0"/>
                </a:spcBef>
                <a:defRPr lang="en-us"/>
              </a:pPr>
              <a:r>
                <a:rPr lang="en-us" sz="3195" cap="none" spc="-21">
                  <a:solidFill>
                    <a:srgbClr val="DCEEFF"/>
                  </a:solidFill>
                  <a:latin typeface="ITC Avant Garde Gothic" pitchFamily="0" charset="0"/>
                  <a:ea typeface="ITC Avant Garde Gothic" pitchFamily="0" charset="0"/>
                  <a:cs typeface="ITC Avant Garde Gothic" pitchFamily="0" charset="0"/>
                </a:rPr>
                <a:t>02</a:t>
              </a:r>
              <a:endParaRPr lang="en-us" sz="3195" cap="none" spc="-21">
                <a:solidFill>
                  <a:srgbClr val="DCEEFF"/>
                </a:solidFill>
                <a:latin typeface="ITC Avant Garde Gothic" pitchFamily="0" charset="0"/>
                <a:ea typeface="ITC Avant Garde Gothic" pitchFamily="0" charset="0"/>
                <a:cs typeface="ITC Avant Garde Gothic" pitchFamily="0" charset="0"/>
              </a:endParaRPr>
            </a:p>
          </p:txBody>
        </p:sp>
      </p:grpSp>
      <p:grpSp>
        <p:nvGrpSpPr>
          <p:cNvPr id="8" name="Group 8"/>
          <p:cNvGrpSpPr>
            <a:extLst>
              <a:ext uri="smNativeData">
                <pr:smNativeData xmlns:pr="smNativeData" xmlns="smNativeData" val="SMDATA_6_9lpfaRMAAAAlAAAAAQAAAA8BAAAAkAAAAEgAAACQAAAASAAAAAAAAAAAAAAAAAAAABcAAAAUAAAAAAAAAAAAAAD/fwAA/38AAAAAAAAJAAAABAAAAAAAAAAfAAAAVAAAAAAAAAAAAAAAAAAAAAAAAAAAAAAAAAAAAAAAAAAAAAAAAAAAAAAAAAAAAAAAAAAAAAAAAAAAAAAAAAAAAAAAAAAAAAAAAAAAAAAAAAAAAAAAAAAAACEAAAAYAAAAFAAAADA5AAAmJQAAAkkAAL81AAAQAAAAJgAAAAgAAAD/////AAAAAA=="/>
              </a:ext>
            </a:extLst>
          </p:cNvGrpSpPr>
          <p:nvPr/>
        </p:nvGrpSpPr>
        <p:grpSpPr>
          <a:xfrm>
            <a:off x="9296400" y="6038850"/>
            <a:ext cx="2571750" cy="2698115"/>
            <a:chOff x="9296400" y="6038850"/>
            <a:chExt cx="2571750" cy="2698115"/>
          </a:xfrm>
        </p:grpSpPr>
        <p:sp>
          <p:nvSpPr>
            <p:cNvPr id="10" name="TextBox 9"/>
            <p:cNvSpPr>
              <a:extLst>
                <a:ext uri="smNativeData">
                  <pr:smNativeData xmlns:pr="smNativeData" xmlns="smNativeData" val="SMDATA_15_9lpfaR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MDkAAHkqAAACSQAAvzUAAAAgAAAmAAAACAAAAP//////////"/>
                </a:ext>
              </a:extLst>
            </p:cNvSpPr>
            <p:nvPr/>
          </p:nvSpPr>
          <p:spPr>
            <a:xfrm>
              <a:off x="9296400" y="6904355"/>
              <a:ext cx="2571750" cy="183261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0" rIns="0" bIns="0" numCol="1" spcCol="215900" anchor="t"/>
            <a:lstStyle/>
            <a:p>
              <a:pPr marL="0" indent="0" algn="l">
                <a:lnSpc>
                  <a:spcPts val="2940"/>
                </a:lnSpc>
                <a:defRPr lang="en-us"/>
              </a:pPr>
              <a:r>
                <a:rPr lang="en-us" sz="2100" cap="none" spc="-11">
                  <a:solidFill>
                    <a:srgbClr val="DCEEFF"/>
                  </a:solidFill>
                  <a:latin typeface="TT Fors" pitchFamily="0" charset="0"/>
                  <a:ea typeface="TT Fors" pitchFamily="0" charset="0"/>
                  <a:cs typeface="TT Fors" pitchFamily="0" charset="0"/>
                </a:rPr>
                <a:t>Formal DP guarantees safeguard against potential data privacy breaches.</a:t>
              </a:r>
              <a:endParaRPr lang="en-us" sz="2100" cap="none" spc="-11">
                <a:solidFill>
                  <a:srgbClr val="DCEEFF"/>
                </a:solidFill>
                <a:latin typeface="TT Fors" pitchFamily="0" charset="0"/>
                <a:ea typeface="TT Fors" pitchFamily="0" charset="0"/>
                <a:cs typeface="TT Fors" pitchFamily="0" charset="0"/>
              </a:endParaRPr>
            </a:p>
          </p:txBody>
        </p:sp>
        <p:sp>
          <p:nvSpPr>
            <p:cNvPr id="9" name="TextBox 10"/>
            <p:cNvSpPr>
              <a:extLst>
                <a:ext uri="smNativeData">
                  <pr:smNativeData xmlns:pr="smNativeData" xmlns="smNativeData" val="SMDATA_15_9lpfaR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MDkAANckAABVQwAAIygAAAAgAAAmAAAACAAAAP//////////"/>
                </a:ext>
              </a:extLst>
            </p:cNvSpPr>
            <p:nvPr/>
          </p:nvSpPr>
          <p:spPr>
            <a:xfrm>
              <a:off x="9296400" y="5988685"/>
              <a:ext cx="1649095" cy="53594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0" rIns="0" bIns="0" numCol="1" spcCol="215900" anchor="t"/>
            <a:lstStyle/>
            <a:p>
              <a:pPr lvl="1" marL="0" indent="0" algn="l">
                <a:lnSpc>
                  <a:spcPts val="3835"/>
                </a:lnSpc>
                <a:spcBef>
                  <a:spcPts val="0"/>
                </a:spcBef>
                <a:defRPr lang="en-us"/>
              </a:pPr>
              <a:r>
                <a:rPr lang="en-us" sz="3195" cap="none" spc="-21">
                  <a:solidFill>
                    <a:srgbClr val="DCEEFF"/>
                  </a:solidFill>
                  <a:latin typeface="ITC Avant Garde Gothic" pitchFamily="0" charset="0"/>
                  <a:ea typeface="ITC Avant Garde Gothic" pitchFamily="0" charset="0"/>
                  <a:cs typeface="ITC Avant Garde Gothic" pitchFamily="0" charset="0"/>
                </a:rPr>
                <a:t>03</a:t>
              </a:r>
              <a:endParaRPr lang="en-us" sz="3195" cap="none" spc="-21">
                <a:solidFill>
                  <a:srgbClr val="DCEEFF"/>
                </a:solidFill>
                <a:latin typeface="ITC Avant Garde Gothic" pitchFamily="0" charset="0"/>
                <a:ea typeface="ITC Avant Garde Gothic" pitchFamily="0" charset="0"/>
                <a:cs typeface="ITC Avant Garde Gothic" pitchFamily="0" charset="0"/>
              </a:endParaRPr>
            </a:p>
          </p:txBody>
        </p:sp>
      </p:grpSp>
      <p:grpSp>
        <p:nvGrpSpPr>
          <p:cNvPr id="11" name="Group 11"/>
          <p:cNvGrpSpPr>
            <a:extLst>
              <a:ext uri="smNativeData">
                <pr:smNativeData xmlns:pr="smNativeData" xmlns="smNativeData" val="SMDATA_6_9lpfaRMAAAAlAAAAAQAAAA8BAAAAkAAAAEgAAACQAAAASAAAAAAAAAAAAAAAAAAAABcAAAAUAAAAAAAAAAAAAAD/fwAA/38AAAAAAAAJAAAABAAAAAAAAAAfAAAAVAAAAAAAAAAAAAAAAAAAAAAAAAAAAAAAAAAAAAAAAAAAAAAAAAAAAAAAAAAAAAAAAAAAAAAAAAAAAAAAAAAAAAAAAAAAAAAAAAAAAAAAAAAAAAAAAAAAACEAAAAYAAAAFAAAALtTAAAmJQAAjWMAAHYzAAAQAAAAJgAAAAgAAAD/////AAAAAA=="/>
              </a:ext>
            </a:extLst>
          </p:cNvGrpSpPr>
          <p:nvPr/>
        </p:nvGrpSpPr>
        <p:grpSpPr>
          <a:xfrm>
            <a:off x="13611225" y="6038850"/>
            <a:ext cx="2571750" cy="2326640"/>
            <a:chOff x="13611225" y="6038850"/>
            <a:chExt cx="2571750" cy="2326640"/>
          </a:xfrm>
        </p:grpSpPr>
        <p:sp>
          <p:nvSpPr>
            <p:cNvPr id="13" name="TextBox 12"/>
            <p:cNvSpPr>
              <a:extLst>
                <a:ext uri="smNativeData">
                  <pr:smNativeData xmlns:pr="smNativeData" xmlns="smNativeData" val="SMDATA_15_9lpfaR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u1MAAHkqAACNYwAAdjMAAAAgAAAmAAAACAAAAP//////////"/>
                </a:ext>
              </a:extLst>
            </p:cNvSpPr>
            <p:nvPr/>
          </p:nvSpPr>
          <p:spPr>
            <a:xfrm>
              <a:off x="13611225" y="6904355"/>
              <a:ext cx="2571750" cy="146113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0" rIns="0" bIns="0" numCol="1" spcCol="215900" anchor="t"/>
            <a:lstStyle/>
            <a:p>
              <a:pPr marL="0" indent="0" algn="l">
                <a:lnSpc>
                  <a:spcPts val="2940"/>
                </a:lnSpc>
                <a:defRPr lang="en-us"/>
              </a:pPr>
              <a:r>
                <a:rPr lang="en-us" sz="2100" cap="none" spc="-11">
                  <a:solidFill>
                    <a:srgbClr val="DCEEFF"/>
                  </a:solidFill>
                  <a:latin typeface="TT Fors" pitchFamily="0" charset="0"/>
                  <a:ea typeface="TT Fors" pitchFamily="0" charset="0"/>
                  <a:cs typeface="TT Fors" pitchFamily="0" charset="0"/>
                </a:rPr>
                <a:t>Ethical practices foster responsible AI use in healthcare diagnostics.</a:t>
              </a:r>
              <a:endParaRPr lang="en-us" sz="2100" cap="none" spc="-11">
                <a:solidFill>
                  <a:srgbClr val="DCEEFF"/>
                </a:solidFill>
                <a:latin typeface="TT Fors" pitchFamily="0" charset="0"/>
                <a:ea typeface="TT Fors" pitchFamily="0" charset="0"/>
                <a:cs typeface="TT Fors" pitchFamily="0" charset="0"/>
              </a:endParaRPr>
            </a:p>
          </p:txBody>
        </p:sp>
        <p:sp>
          <p:nvSpPr>
            <p:cNvPr id="12" name="TextBox 13"/>
            <p:cNvSpPr>
              <a:extLst>
                <a:ext uri="smNativeData">
                  <pr:smNativeData xmlns:pr="smNativeData" xmlns="smNativeData" val="SMDATA_15_9lpfaR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C4D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u1MAANckAADgXQAAIygAAAAgAAAmAAAACAAAAP//////////"/>
                </a:ext>
              </a:extLst>
            </p:cNvSpPr>
            <p:nvPr/>
          </p:nvSpPr>
          <p:spPr>
            <a:xfrm>
              <a:off x="13611225" y="5988685"/>
              <a:ext cx="1649095" cy="53594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0" rIns="0" bIns="0" numCol="1" spcCol="215900" anchor="t"/>
            <a:lstStyle/>
            <a:p>
              <a:pPr lvl="1" marL="0" indent="0" algn="l">
                <a:lnSpc>
                  <a:spcPts val="3835"/>
                </a:lnSpc>
                <a:spcBef>
                  <a:spcPts val="0"/>
                </a:spcBef>
                <a:defRPr lang="en-us"/>
              </a:pPr>
              <a:r>
                <a:rPr lang="en-us" sz="3195" cap="none" spc="-21">
                  <a:solidFill>
                    <a:srgbClr val="DCEEFF"/>
                  </a:solidFill>
                  <a:latin typeface="ITC Avant Garde Gothic" pitchFamily="0" charset="0"/>
                  <a:ea typeface="ITC Avant Garde Gothic" pitchFamily="0" charset="0"/>
                  <a:cs typeface="ITC Avant Garde Gothic" pitchFamily="0" charset="0"/>
                </a:rPr>
                <a:t>04</a:t>
              </a:r>
              <a:endParaRPr lang="en-us" sz="3195" cap="none" spc="-21">
                <a:solidFill>
                  <a:srgbClr val="DCEEFF"/>
                </a:solidFill>
                <a:latin typeface="ITC Avant Garde Gothic" pitchFamily="0" charset="0"/>
                <a:ea typeface="ITC Avant Garde Gothic" pitchFamily="0" charset="0"/>
                <a:cs typeface="ITC Avant Garde Gothic" pitchFamily="0" charset="0"/>
              </a:endParaRPr>
            </a:p>
          </p:txBody>
        </p:sp>
      </p:grpSp>
      <p:sp>
        <p:nvSpPr>
          <p:cNvPr id="14" name="TextBox 14"/>
          <p:cNvSpPr>
            <a:extLst>
              <a:ext uri="smNativeData">
                <pr:smNativeData xmlns:pr="smNativeData" xmlns="smNativeData" val="SMDATA_15_9lpfaR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GgQAAAsEAAC0WgAAxhEAABAgAAAmAAAACAAAAP//////////"/>
              </a:ext>
            </a:extLst>
          </p:cNvSpPr>
          <p:nvPr/>
        </p:nvSpPr>
        <p:spPr>
          <a:xfrm>
            <a:off x="666750" y="657225"/>
            <a:ext cx="14077950" cy="22320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 marL="0" indent="0" algn="l">
              <a:lnSpc>
                <a:spcPts val="8000"/>
              </a:lnSpc>
              <a:spcBef>
                <a:spcPts val="0"/>
              </a:spcBef>
              <a:defRPr lang="en-us"/>
            </a:pPr>
            <a:r>
              <a:rPr lang="en-us" sz="8000" cap="none" spc="-51">
                <a:solidFill>
                  <a:srgbClr val="BAE1FF"/>
                </a:solidFill>
                <a:latin typeface="ITC Avant Garde Gothic" pitchFamily="0" charset="0"/>
                <a:ea typeface="ITC Avant Garde Gothic" pitchFamily="0" charset="0"/>
                <a:cs typeface="ITC Avant Garde Gothic" pitchFamily="0" charset="0"/>
              </a:rPr>
              <a:t>Ethical Considerations in ARCH-FL</a:t>
            </a:r>
            <a:endParaRPr lang="en-us" sz="8000" cap="none" spc="-51">
              <a:solidFill>
                <a:srgbClr val="BAE1FF"/>
              </a:solidFill>
              <a:latin typeface="ITC Avant Garde Gothic" pitchFamily="0" charset="0"/>
              <a:ea typeface="ITC Avant Garde Gothic" pitchFamily="0" charset="0"/>
              <a:cs typeface="ITC Avant Garde Gothic" pitchFamily="0" charset="0"/>
            </a:endParaRPr>
          </a:p>
        </p:txBody>
      </p:sp>
      <p:grpSp>
        <p:nvGrpSpPr>
          <p:cNvPr id="15" name="Group 15"/>
          <p:cNvGrpSpPr>
            <a:extLst>
              <a:ext uri="smNativeData">
                <pr:smNativeData xmlns:pr="smNativeData" xmlns="smNativeData" val="SMDATA_6_9lpfaRMAAAAlAAAAAQAAAA8BAAAAkAAAAEgAAACQAAAASAAAAAAAAAAAAAAAAAAAABcAAAAUAAAAAAAAAAAAAAD/fwAA/38AAAAAAAAJAAAABAAAAAAAAAAfAAAAVAAAAAAAAAAAAAAAAAAAAAAAAAAAAAAAAAAAAAAAAAAAAAAAAAAAAAAAAAAAAAAAAAAAAAAAAAAAAAAAAAAAAAAAAAAAAAAAAAAAAAAAAAAAAAAAAAAAACEAAAAYAAAAFAAAABoEAACkHwAAJAkAAGIiAAAQAAAAJgAAAAgAAAD/////AAAAAA=="/>
              </a:ext>
            </a:extLst>
          </p:cNvGrpSpPr>
          <p:nvPr/>
        </p:nvGrpSpPr>
        <p:grpSpPr>
          <a:xfrm>
            <a:off x="666750" y="5143500"/>
            <a:ext cx="819150" cy="445770"/>
            <a:chOff x="666750" y="5143500"/>
            <a:chExt cx="819150" cy="445770"/>
          </a:xfrm>
        </p:grpSpPr>
        <p:sp>
          <p:nvSpPr>
            <p:cNvPr id="17" name="Freeform 16"/>
            <p:cNvSpPr>
              <a:extLst>
                <a:ext uri="smNativeData">
                  <pr:smNativeData xmlns:pr="smNativeData" xmlns="smNativeData" val="SMDATA_15_9lpfaRMAAAAlAAAACwAAAA0AAAAADwMAAAAAAAC4BgAAqQMAAAAAAAAAAAAAAAAAAAEAAABQAAAAAAAAAAAA4D8AAAAAAADgPwAAAAAAAOA/AAAAAAAA4D8AAAAAAADgPwAAAAAAAOA/AAAAAAAA4D8AAAAAAADgPwAAAAAAAOA/AAAAAAAA4D8CAAAAjAAAAAEAAAACAAAA////AP///wgAAAAAAAAAABIwo2560uuw5JzJf+OeCVIB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J/f38A7uzhA8zMzADAwP8Af39/AAAAAAAAAAAAAAAAAAAAAAAAAAAAIQAAABgAAAAUAAAAZgYAAKQfAAAkCQAAYiIAAAAAAAAmAAAACAAAAP//////////"/>
                </a:ext>
              </a:extLst>
            </p:cNvSpPr>
            <p:nvPr/>
          </p:nvSpPr>
          <p:spPr>
            <a:xfrm>
              <a:off x="1040130" y="5143500"/>
              <a:ext cx="445770" cy="445770"/>
            </a:xfrm>
            <a:custGeom>
              <a:avLst/>
              <a:gdLst/>
              <a:ahLst/>
              <a:cxnLst/>
              <a:rect l="0" t="0" r="445770" b="445770"/>
              <a:pathLst>
                <a:path w="445770" h="445770">
                  <a:moveTo>
                    <a:pt x="0" y="0"/>
                  </a:moveTo>
                  <a:lnTo>
                    <a:pt x="445770" y="0"/>
                  </a:lnTo>
                  <a:lnTo>
                    <a:pt x="445770" y="445770"/>
                  </a:lnTo>
                  <a:lnTo>
                    <a:pt x="0" y="4457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stretch/>
            </a:blipFill>
            <a:ln>
              <a:noFill/>
            </a:ln>
            <a:effectLst/>
          </p:spPr>
        </p:sp>
        <p:sp>
          <p:nvSpPr>
            <p:cNvPr id="16" name="Freeform 17"/>
            <p:cNvSpPr>
              <a:extLst>
                <a:ext uri="smNativeData">
                  <pr:smNativeData xmlns:pr="smNativeData" xmlns="smNativeData" val="SMDATA_15_9lpfaRMAAAAlAAAACwAAAA0AAAAAAAAAAAAAAACpAwAAqQMAAAAAAAAAAAAAAAAAAAEAAABQAAAAAAAAAAAA4D8AAAAAAADgPwAAAAAAAOA/AAAAAAAA4D8AAAAAAADgPwAAAAAAAOA/AAAAAAAA4D8AAAAAAADgPwAAAAAAAOA/AAAAAAAA4D8CAAAAjAAAAAEAAAACAAAA////AP///wgAAAAAAAAAABIwo2560uuw5JzJf+OeCVIB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J/f38A7uzhA8zMzADAwP8Af39/AAAAAAAAAAAAAAAAAAAAAAAAAAAAIQAAABgAAAAUAAAAGgQAAKQfAADYBgAAYiIAAAAAAAAmAAAACAAAAP//////////"/>
                </a:ext>
              </a:extLst>
            </p:cNvSpPr>
            <p:nvPr/>
          </p:nvSpPr>
          <p:spPr>
            <a:xfrm>
              <a:off x="666750" y="5143500"/>
              <a:ext cx="445770" cy="445770"/>
            </a:xfrm>
            <a:custGeom>
              <a:avLst/>
              <a:gdLst/>
              <a:ahLst/>
              <a:cxnLst/>
              <a:rect l="0" t="0" r="445770" b="445770"/>
              <a:pathLst>
                <a:path w="445770" h="445770">
                  <a:moveTo>
                    <a:pt x="0" y="0"/>
                  </a:moveTo>
                  <a:lnTo>
                    <a:pt x="445770" y="0"/>
                  </a:lnTo>
                  <a:lnTo>
                    <a:pt x="445770" y="445770"/>
                  </a:lnTo>
                  <a:lnTo>
                    <a:pt x="0" y="4457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stretch/>
            </a:blipFill>
            <a:ln>
              <a:noFill/>
            </a:ln>
            <a:effectLst/>
          </p:spPr>
        </p:sp>
      </p:grpSp>
      <p:grpSp>
        <p:nvGrpSpPr>
          <p:cNvPr id="18" name="Group 18"/>
          <p:cNvGrpSpPr>
            <a:extLst>
              <a:ext uri="smNativeData">
                <pr:smNativeData xmlns:pr="smNativeData" xmlns="smNativeData" val="SMDATA_6_9lpfaRMAAAAlAAAAAQAAAA8BAAAAkAAAAEgAAACQAAAASAAAAAAAAAAAAAAAAAAAABcAAAAUAAAAAAAAAAAAAAD/fwAA/38AAAAAAAAJAAAABAAAAAAAAAAfAAAAVAAAAAAAAAAAAAAAAAAAAAAAAAAAAAAAAAAAAAAAAAAAAAAAAAAAAAAAAAAAAAAAAAAAAAAAAAAAAAAAAAAAAAAAAAAAAAAAAAAAAAAAAAAAAAAAAAAAACEAAAAYAAAAFAAAAKUeAACkHwAAryMAAGIiAAAQAAAAJgAAAAgAAAD/////AAAAAA=="/>
              </a:ext>
            </a:extLst>
          </p:cNvGrpSpPr>
          <p:nvPr/>
        </p:nvGrpSpPr>
        <p:grpSpPr>
          <a:xfrm>
            <a:off x="4981575" y="5143500"/>
            <a:ext cx="819150" cy="445770"/>
            <a:chOff x="4981575" y="5143500"/>
            <a:chExt cx="819150" cy="445770"/>
          </a:xfrm>
        </p:grpSpPr>
        <p:sp>
          <p:nvSpPr>
            <p:cNvPr id="20" name="Freeform 19"/>
            <p:cNvSpPr>
              <a:extLst>
                <a:ext uri="smNativeData">
                  <pr:smNativeData xmlns:pr="smNativeData" xmlns="smNativeData" val="SMDATA_15_9lpfaRMAAAAlAAAACwAAAA0AAAAADwMAAAAAAAC4BgAAqQMAAAAAAAAAAAAAAAAAAAEAAABQAAAAAAAAAAAA4D8AAAAAAADgPwAAAAAAAOA/AAAAAAAA4D8AAAAAAADgPwAAAAAAAOA/AAAAAAAA4D8AAAAAAADgPwAAAAAAAOA/AAAAAAAA4D8CAAAAjAAAAAEAAAACAAAA////AP///wgAAAAAAAAAABIwo2560uuw5JzJf+OeCVIB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J/f38A7uzhA8zMzADAwP8Af39/AAAAAAAAAAAAAAAAAAAAAAAAAAAAIQAAABgAAAAUAAAA8SAAAKQfAACvIwAAYiIAAAAAAAAmAAAACAAAAP//////////"/>
                </a:ext>
              </a:extLst>
            </p:cNvSpPr>
            <p:nvPr/>
          </p:nvSpPr>
          <p:spPr>
            <a:xfrm>
              <a:off x="5354955" y="5143500"/>
              <a:ext cx="445770" cy="445770"/>
            </a:xfrm>
            <a:custGeom>
              <a:avLst/>
              <a:gdLst/>
              <a:ahLst/>
              <a:cxnLst/>
              <a:rect l="0" t="0" r="445770" b="445770"/>
              <a:pathLst>
                <a:path w="445770" h="445770">
                  <a:moveTo>
                    <a:pt x="0" y="0"/>
                  </a:moveTo>
                  <a:lnTo>
                    <a:pt x="445770" y="0"/>
                  </a:lnTo>
                  <a:lnTo>
                    <a:pt x="445770" y="445770"/>
                  </a:lnTo>
                  <a:lnTo>
                    <a:pt x="0" y="4457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stretch/>
            </a:blipFill>
            <a:ln>
              <a:noFill/>
            </a:ln>
            <a:effectLst/>
          </p:spPr>
        </p:sp>
        <p:sp>
          <p:nvSpPr>
            <p:cNvPr id="19" name="Freeform 20"/>
            <p:cNvSpPr>
              <a:extLst>
                <a:ext uri="smNativeData">
                  <pr:smNativeData xmlns:pr="smNativeData" xmlns="smNativeData" val="SMDATA_15_9lpfaRMAAAAlAAAACwAAAA0AAAAAAAAAAAAAAACpAwAAqQMAAAAAAAAAAAAAAAAAAAEAAABQAAAAAAAAAAAA4D8AAAAAAADgPwAAAAAAAOA/AAAAAAAA4D8AAAAAAADgPwAAAAAAAOA/AAAAAAAA4D8AAAAAAADgPwAAAAAAAOA/AAAAAAAA4D8CAAAAjAAAAAEAAAACAAAA////AP///wgAAAAAAAAAABIwo2560uuw5JzJf+OeCVIB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J/f38A7uzhA8zMzADAwP8Af39/AAAAAAAAAAAAAAAAAAAAAAAAAAAAIQAAABgAAAAUAAAApR4AAKQfAABjIQAAYiIAAAAAAAAmAAAACAAAAP//////////"/>
                </a:ext>
              </a:extLst>
            </p:cNvSpPr>
            <p:nvPr/>
          </p:nvSpPr>
          <p:spPr>
            <a:xfrm>
              <a:off x="4981575" y="5143500"/>
              <a:ext cx="445770" cy="445770"/>
            </a:xfrm>
            <a:custGeom>
              <a:avLst/>
              <a:gdLst/>
              <a:ahLst/>
              <a:cxnLst/>
              <a:rect l="0" t="0" r="445770" b="445770"/>
              <a:pathLst>
                <a:path w="445770" h="445770">
                  <a:moveTo>
                    <a:pt x="0" y="0"/>
                  </a:moveTo>
                  <a:lnTo>
                    <a:pt x="445770" y="0"/>
                  </a:lnTo>
                  <a:lnTo>
                    <a:pt x="445770" y="445770"/>
                  </a:lnTo>
                  <a:lnTo>
                    <a:pt x="0" y="4457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stretch/>
            </a:blipFill>
            <a:ln>
              <a:noFill/>
            </a:ln>
            <a:effectLst/>
          </p:spPr>
        </p:sp>
      </p:grpSp>
      <p:grpSp>
        <p:nvGrpSpPr>
          <p:cNvPr id="21" name="Group 21"/>
          <p:cNvGrpSpPr>
            <a:extLst>
              <a:ext uri="smNativeData">
                <pr:smNativeData xmlns:pr="smNativeData" xmlns="smNativeData" val="SMDATA_6_9lpfaRMAAAAlAAAAAQAAAA8BAAAAkAAAAEgAAACQAAAASAAAAAAAAAAAAAAAAAAAABcAAAAUAAAAAAAAAAAAAAD/fwAA/38AAAAAAAAJAAAABAAAAAAAAAAfAAAAVAAAAAAAAAAAAAAAAAAAAAAAAAAAAAAAAAAAAAAAAAAAAAAAAAAAAAAAAAAAAAAAAAAAAAAAAAAAAAAAAAAAAAAAAAAAAAAAAAAAAAAAAAAAAAAAAAAAACEAAAAYAAAAFAAAADA5AACkHwAAOj4AAGIiAAAQAAAAJgAAAAgAAAD/////AAAAAA=="/>
              </a:ext>
            </a:extLst>
          </p:cNvGrpSpPr>
          <p:nvPr/>
        </p:nvGrpSpPr>
        <p:grpSpPr>
          <a:xfrm>
            <a:off x="9296400" y="5143500"/>
            <a:ext cx="819150" cy="445770"/>
            <a:chOff x="9296400" y="5143500"/>
            <a:chExt cx="819150" cy="445770"/>
          </a:xfrm>
        </p:grpSpPr>
        <p:sp>
          <p:nvSpPr>
            <p:cNvPr id="23" name="Freeform 22"/>
            <p:cNvSpPr>
              <a:extLst>
                <a:ext uri="smNativeData">
                  <pr:smNativeData xmlns:pr="smNativeData" xmlns="smNativeData" val="SMDATA_15_9lpfaRMAAAAlAAAACwAAAA0AAAAADwMAAAAAAAC4BgAAqQMAAAAAAAAAAAAAAAAAAAEAAABQAAAAAAAAAAAA4D8AAAAAAADgPwAAAAAAAOA/AAAAAAAA4D8AAAAAAADgPwAAAAAAAOA/AAAAAAAA4D8AAAAAAADgPwAAAAAAAOA/AAAAAAAA4D8CAAAAjAAAAAEAAAACAAAA////AP///wgAAAAAAAAAABIwo2560uuw5JzJf+OeCVIB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J/f38A7uzhA8zMzADAwP8Af39/AAAAAAAAAAAAAAAAAAAAAAAAAAAAIQAAABgAAAAUAAAAfDsAAKQfAAA6PgAAYiIAAAAAAAAmAAAACAAAAP//////////"/>
                </a:ext>
              </a:extLst>
            </p:cNvSpPr>
            <p:nvPr/>
          </p:nvSpPr>
          <p:spPr>
            <a:xfrm>
              <a:off x="9669780" y="5143500"/>
              <a:ext cx="445770" cy="445770"/>
            </a:xfrm>
            <a:custGeom>
              <a:avLst/>
              <a:gdLst/>
              <a:ahLst/>
              <a:cxnLst/>
              <a:rect l="0" t="0" r="445770" b="445770"/>
              <a:pathLst>
                <a:path w="445770" h="445770">
                  <a:moveTo>
                    <a:pt x="0" y="0"/>
                  </a:moveTo>
                  <a:lnTo>
                    <a:pt x="445770" y="0"/>
                  </a:lnTo>
                  <a:lnTo>
                    <a:pt x="445770" y="445770"/>
                  </a:lnTo>
                  <a:lnTo>
                    <a:pt x="0" y="4457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stretch/>
            </a:blipFill>
            <a:ln>
              <a:noFill/>
            </a:ln>
            <a:effectLst/>
          </p:spPr>
        </p:sp>
        <p:sp>
          <p:nvSpPr>
            <p:cNvPr id="22" name="Freeform 23"/>
            <p:cNvSpPr>
              <a:extLst>
                <a:ext uri="smNativeData">
                  <pr:smNativeData xmlns:pr="smNativeData" xmlns="smNativeData" val="SMDATA_15_9lpfaRMAAAAlAAAACwAAAA0AAAAAAAAAAAAAAACpAwAAqQMAAAAAAAAAAAAAAAAAAAEAAABQAAAAAAAAAAAA4D8AAAAAAADgPwAAAAAAAOA/AAAAAAAA4D8AAAAAAADgPwAAAAAAAOA/AAAAAAAA4D8AAAAAAADgPwAAAAAAAOA/AAAAAAAA4D8CAAAAjAAAAAEAAAACAAAA////AP///wgAAAAAAAAAABIwo2560uuw5JzJf+OeCVIB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J/f38A7uzhA8zMzADAwP8Af39/AAAAAAAAAAAAAAAAAAAAAAAAAAAAIQAAABgAAAAUAAAAMDkAAKQfAADuOwAAYiIAAAAAAAAmAAAACAAAAP//////////"/>
                </a:ext>
              </a:extLst>
            </p:cNvSpPr>
            <p:nvPr/>
          </p:nvSpPr>
          <p:spPr>
            <a:xfrm>
              <a:off x="9296400" y="5143500"/>
              <a:ext cx="445770" cy="445770"/>
            </a:xfrm>
            <a:custGeom>
              <a:avLst/>
              <a:gdLst/>
              <a:ahLst/>
              <a:cxnLst/>
              <a:rect l="0" t="0" r="445770" b="445770"/>
              <a:pathLst>
                <a:path w="445770" h="445770">
                  <a:moveTo>
                    <a:pt x="0" y="0"/>
                  </a:moveTo>
                  <a:lnTo>
                    <a:pt x="445770" y="0"/>
                  </a:lnTo>
                  <a:lnTo>
                    <a:pt x="445770" y="445770"/>
                  </a:lnTo>
                  <a:lnTo>
                    <a:pt x="0" y="4457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stretch/>
            </a:blipFill>
            <a:ln>
              <a:noFill/>
            </a:ln>
            <a:effectLst/>
          </p:spPr>
        </p:sp>
      </p:grpSp>
      <p:grpSp>
        <p:nvGrpSpPr>
          <p:cNvPr id="24" name="Group 24"/>
          <p:cNvGrpSpPr>
            <a:extLst>
              <a:ext uri="smNativeData">
                <pr:smNativeData xmlns:pr="smNativeData" xmlns="smNativeData" val="SMDATA_6_9lpfaRMAAAAlAAAAAQAAAA8BAAAAkAAAAEgAAACQAAAASAAAAAAAAAAAAAAAAAAAABcAAAAUAAAAAAAAAAAAAAD/fwAA/38AAAAAAAAJAAAABAAAAAAAAAAfAAAAVAAAAAAAAAAAAAAAAAAAAAAAAAAAAAAAAAAAAAAAAAAAAAAAAAAAAAAAAAAAAAAAAAAAAAAAAAAAAAAAAAAAAAAAAAAAAAAAAAAAAAAAAAAAAAAAAAAAACEAAAAYAAAAFAAAALtTAACkHwAAxVgAAGIiAAAQAAAAJgAAAAgAAAD/////AAAAAA=="/>
              </a:ext>
            </a:extLst>
          </p:cNvGrpSpPr>
          <p:nvPr/>
        </p:nvGrpSpPr>
        <p:grpSpPr>
          <a:xfrm>
            <a:off x="13611225" y="5143500"/>
            <a:ext cx="819150" cy="445770"/>
            <a:chOff x="13611225" y="5143500"/>
            <a:chExt cx="819150" cy="445770"/>
          </a:xfrm>
        </p:grpSpPr>
        <p:sp>
          <p:nvSpPr>
            <p:cNvPr id="26" name="Freeform 25"/>
            <p:cNvSpPr>
              <a:extLst>
                <a:ext uri="smNativeData">
                  <pr:smNativeData xmlns:pr="smNativeData" xmlns="smNativeData" val="SMDATA_15_9lpfaRMAAAAlAAAACwAAAA0AAAAADwMAAAAAAAC4BgAAqQMAAAAAAAAAAAAAAAAAAAEAAABQAAAAAAAAAAAA4D8AAAAAAADgPwAAAAAAAOA/AAAAAAAA4D8AAAAAAADgPwAAAAAAAOA/AAAAAAAA4D8AAAAAAADgPwAAAAAAAOA/AAAAAAAA4D8CAAAAjAAAAAEAAAACAAAA////AP///wgAAAAAAAAAABIwo2560uuw5JzJf+OeCVIB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J/f38A7uzhA8zMzADAwP8Af39/AAAAAAAAAAAAAAAAAAAAAAAAAAAAIQAAABgAAAAUAAAAB1YAAKQfAADFWAAAYiIAAAAAAAAmAAAACAAAAP//////////"/>
                </a:ext>
              </a:extLst>
            </p:cNvSpPr>
            <p:nvPr/>
          </p:nvSpPr>
          <p:spPr>
            <a:xfrm>
              <a:off x="13984605" y="5143500"/>
              <a:ext cx="445770" cy="445770"/>
            </a:xfrm>
            <a:custGeom>
              <a:avLst/>
              <a:gdLst/>
              <a:ahLst/>
              <a:cxnLst/>
              <a:rect l="0" t="0" r="445770" b="445770"/>
              <a:pathLst>
                <a:path w="445770" h="445770">
                  <a:moveTo>
                    <a:pt x="0" y="0"/>
                  </a:moveTo>
                  <a:lnTo>
                    <a:pt x="445770" y="0"/>
                  </a:lnTo>
                  <a:lnTo>
                    <a:pt x="445770" y="445770"/>
                  </a:lnTo>
                  <a:lnTo>
                    <a:pt x="0" y="4457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stretch/>
            </a:blipFill>
            <a:ln>
              <a:noFill/>
            </a:ln>
            <a:effectLst/>
          </p:spPr>
        </p:sp>
        <p:sp>
          <p:nvSpPr>
            <p:cNvPr id="25" name="Freeform 26"/>
            <p:cNvSpPr>
              <a:extLst>
                <a:ext uri="smNativeData">
                  <pr:smNativeData xmlns:pr="smNativeData" xmlns="smNativeData" val="SMDATA_15_9lpfaRMAAAAlAAAACwAAAA0AAAAAAAAAAAAAAACpAwAAqQMAAAAAAAAAAAAAAAAAAAEAAABQAAAAAAAAAAAA4D8AAAAAAADgPwAAAAAAAOA/AAAAAAAA4D8AAAAAAADgPwAAAAAAAOA/AAAAAAAA4D8AAAAAAADgPwAAAAAAAOA/AAAAAAAA4D8CAAAAjAAAAAEAAAACAAAA////AP///wgAAAAAAAAAABIwo2560uuw5JzJf+OeCVIB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J/f38A7uzhA8zMzADAwP8Af39/AAAAAAAAAAAAAAAAAAAAAAAAAAAAIQAAABgAAAAUAAAAu1MAAKQfAAB5VgAAYiIAAAAAAAAmAAAACAAAAP//////////"/>
                </a:ext>
              </a:extLst>
            </p:cNvSpPr>
            <p:nvPr/>
          </p:nvSpPr>
          <p:spPr>
            <a:xfrm>
              <a:off x="13611225" y="5143500"/>
              <a:ext cx="445770" cy="445770"/>
            </a:xfrm>
            <a:custGeom>
              <a:avLst/>
              <a:gdLst/>
              <a:ahLst/>
              <a:cxnLst/>
              <a:rect l="0" t="0" r="445770" b="445770"/>
              <a:pathLst>
                <a:path w="445770" h="445770">
                  <a:moveTo>
                    <a:pt x="0" y="0"/>
                  </a:moveTo>
                  <a:lnTo>
                    <a:pt x="445770" y="0"/>
                  </a:lnTo>
                  <a:lnTo>
                    <a:pt x="445770" y="445770"/>
                  </a:lnTo>
                  <a:lnTo>
                    <a:pt x="0" y="4457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stretch/>
            </a:blipFill>
            <a:ln>
              <a:noFill/>
            </a:ln>
            <a:effectLst/>
          </p:spPr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bg>
      <p:bgPr>
        <a:solidFill>
          <a:srgbClr val="0A1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/>
          <p:cNvGrpSpPr>
            <a:extLst>
              <a:ext uri="smNativeData">
                <pr:smNativeData xmlns:pr="smNativeData" xmlns="smNativeData" val="SMDATA_6_9lpfaRMAAAAlAAAAAQAAAA8BAAAAkAAAAEgAAACQAAAASAAAAAAAAAAAAAAAAAAAABcAAAAUAAAAAAAAAAAAAAD/fwAA/38AAAAAAAAJAAAABAAAAAAAAAAfAAAAVAAAAAAAAAAAAAAAAAAAAAAAAAAAAAAAAAAAAAAAAAAAAAAAAAAAAAAAAAAAAAAAAAAAAAAAAAAAAAAAAAAAAAAAAAAAAAAAAAAAAAAAAAAAAAAAAAAAACEAAAAYAAAAFAAAABoEAAAkCQAAGDoAAFEXAAAQAAAAJgAAAAgAAAD/////AAAAAA=="/>
              </a:ext>
            </a:extLst>
          </p:cNvGrpSpPr>
          <p:nvPr/>
        </p:nvGrpSpPr>
        <p:grpSpPr>
          <a:xfrm>
            <a:off x="666750" y="1485900"/>
            <a:ext cx="8776970" cy="2304415"/>
            <a:chOff x="666750" y="1485900"/>
            <a:chExt cx="8776970" cy="2304415"/>
          </a:xfrm>
        </p:grpSpPr>
        <p:sp>
          <p:nvSpPr>
            <p:cNvPr id="4" name="TextBox 5"/>
            <p:cNvSpPr>
              <a:extLst>
                <a:ext uri="smNativeData">
                  <pr:smNativeData xmlns:pr="smNativeData" xmlns="smNativeData" val="SMDATA_15_9lpfaR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Ek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4gYAACQJAAAYOgAA2A8AAAAgAAAmAAAACAAAAP//////////"/>
                </a:ext>
              </a:extLst>
            </p:cNvSpPr>
            <p:nvPr/>
          </p:nvSpPr>
          <p:spPr>
            <a:xfrm>
              <a:off x="1118870" y="1485900"/>
              <a:ext cx="8324850" cy="108966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0" rIns="0" bIns="0" numCol="1" spcCol="215900" anchor="t"/>
            <a:lstStyle/>
            <a:p>
              <a:pPr marL="0" indent="0" algn="l">
                <a:lnSpc>
                  <a:spcPts val="8000"/>
                </a:lnSpc>
                <a:spcBef>
                  <a:spcPts val="0"/>
                </a:spcBef>
                <a:defRPr lang="en-us"/>
              </a:pPr>
              <a:r>
                <a:rPr lang="en-us" sz="9600" cap="none" spc="-44">
                  <a:solidFill>
                    <a:srgbClr val="BAE1FF"/>
                  </a:solidFill>
                  <a:latin typeface="ITC Avant Garde Gothic" pitchFamily="0" charset="0"/>
                  <a:ea typeface="ITC Avant Garde Gothic" pitchFamily="0" charset="0"/>
                  <a:cs typeface="ITC Avant Garde Gothic" pitchFamily="0" charset="0"/>
                </a:rPr>
                <a:t>Thankyou!</a:t>
              </a:r>
              <a:endParaRPr lang="en-us" sz="9600" cap="none" spc="-44">
                <a:solidFill>
                  <a:srgbClr val="BAE1FF"/>
                </a:solidFill>
                <a:latin typeface="ITC Avant Garde Gothic" pitchFamily="0" charset="0"/>
                <a:ea typeface="ITC Avant Garde Gothic" pitchFamily="0" charset="0"/>
                <a:cs typeface="ITC Avant Garde Gothic" pitchFamily="0" charset="0"/>
              </a:endParaRPr>
            </a:p>
          </p:txBody>
        </p:sp>
        <p:sp>
          <p:nvSpPr>
            <p:cNvPr id="3" name="TextBox 6"/>
            <p:cNvSpPr>
              <a:extLst>
                <a:ext uri="smNativeData">
                  <pr:smNativeData xmlns:pr="smNativeData" xmlns="smNativeData" val="SMDATA_15_9lpfaR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B0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GgQAAFIUAAArNwAAURcAAAAgAAAmAAAACAAAAP//////////"/>
                </a:ext>
              </a:extLst>
            </p:cNvSpPr>
            <p:nvPr/>
          </p:nvSpPr>
          <p:spPr>
            <a:xfrm>
              <a:off x="666750" y="3303270"/>
              <a:ext cx="8301355" cy="48704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0" rIns="0" bIns="0" numCol="1" spcCol="215900" anchor="t"/>
            <a:lstStyle/>
            <a:p>
              <a:pPr marL="0" indent="0" algn="l">
                <a:lnSpc>
                  <a:spcPts val="3835"/>
                </a:lnSpc>
                <a:spcBef>
                  <a:spcPts val="0"/>
                </a:spcBef>
                <a:defRPr lang="en-us"/>
              </a:pPr>
              <a:endParaRPr lang="en-us" sz="3195" cap="none" spc="-21">
                <a:solidFill>
                  <a:srgbClr val="DCEEFF"/>
                </a:solidFill>
                <a:latin typeface="ITC Avant Garde Gothic" pitchFamily="0" charset="0"/>
                <a:ea typeface="ITC Avant Garde Gothic" pitchFamily="0" charset="0"/>
                <a:cs typeface="ITC Avant Garde Gothic" pitchFamily="0" charset="0"/>
              </a:endParaRPr>
            </a:p>
          </p:txBody>
        </p:sp>
      </p:grpSp>
      <p:grpSp>
        <p:nvGrpSpPr>
          <p:cNvPr id="5" name="Group 7"/>
          <p:cNvGrpSpPr>
            <a:extLst>
              <a:ext uri="smNativeData">
                <pr:smNativeData xmlns:pr="smNativeData" xmlns="smNativeData" val="SMDATA_6_9lpfaRMAAAAlAAAAAQAAAA8BAAAAkAAAAEgAAACQAAAASAAAAAAAAAAAAAAAAAAAABcAAAAUAAAAAAAAAAAAAAD/fwAA/38AAAAAAAAJAAAABAAAAAAAAAAfAAAAVAAAAAAAAAAAAAAAAAAAAAAAAAAAAAAAAAAAAAAAAAAAAAAAAAAAAAAAAAAAAAAAAAAAAAAAAAAAAAAAAAAAAAAAAAAAAAAAAAAAAAAAAAAAAAAAAAAAACEAAAAYAAAAFAAAAPv3//8qMAAAzBUAADA7AAAQAAAAJgAAAAgAAAD/////AAAAAA=="/>
              </a:ext>
            </a:extLst>
          </p:cNvGrpSpPr>
          <p:nvPr/>
        </p:nvGrpSpPr>
        <p:grpSpPr>
          <a:xfrm>
            <a:off x="-1303655" y="7829550"/>
            <a:ext cx="4846955" cy="1791970"/>
            <a:chOff x="-1303655" y="7829550"/>
            <a:chExt cx="4846955" cy="1791970"/>
          </a:xfrm>
        </p:grpSpPr>
        <p:sp>
          <p:nvSpPr>
            <p:cNvPr id="8" name="Freeform 8"/>
            <p:cNvSpPr>
              <a:extLst>
                <a:ext uri="smNativeData">
                  <pr:smNativeData xmlns:pr="smNativeData" xmlns="smNativeData" val="SMDATA_15_9lpfaRMAAAAlAAAACwAAAA0AAAAAAAAAAAAAAACzDgAAsw4AAAAAAAAAAAAAAAAAAAEAAABQAAAAAAAAAAAA4D8AAAAAAADgPwAAAAAAAOA/AAAAAAAA4D8AAAAAAADgPwAAAAAAAOA/AAAAAAAA4D8AAAAAAADgPwAAAAAAAOA/AAAAAAAA4D8CAAAAjAAAAAEAAAACAAAA////AP///wgAAAAAAAAAAD0FGSCj8bAH5JJhLcx+bRAB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+/f//yowAAABAwAAMDsAAAAAAAAmAAAACAAAAP//////////"/>
                </a:ext>
              </a:extLst>
            </p:cNvSpPr>
            <p:nvPr/>
          </p:nvSpPr>
          <p:spPr>
            <a:xfrm>
              <a:off x="-1303655" y="7829550"/>
              <a:ext cx="1791970" cy="1791970"/>
            </a:xfrm>
            <a:custGeom>
              <a:avLst/>
              <a:gdLst/>
              <a:ahLst/>
              <a:cxnLst/>
              <a:rect l="0" t="0" r="1791970" b="1791970"/>
              <a:pathLst>
                <a:path w="1791970" h="1791970">
                  <a:moveTo>
                    <a:pt x="0" y="0"/>
                  </a:moveTo>
                  <a:lnTo>
                    <a:pt x="1791970" y="0"/>
                  </a:lnTo>
                  <a:lnTo>
                    <a:pt x="1791970" y="1791970"/>
                  </a:lnTo>
                  <a:lnTo>
                    <a:pt x="0" y="1791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stretch/>
            </a:blipFill>
            <a:ln>
              <a:noFill/>
            </a:ln>
            <a:effectLst/>
          </p:spPr>
        </p:sp>
        <p:sp>
          <p:nvSpPr>
            <p:cNvPr id="7" name="Freeform 9"/>
            <p:cNvSpPr>
              <a:extLst>
                <a:ext uri="smNativeData">
                  <pr:smNativeData xmlns:pr="smNativeData" xmlns="smNativeData" val="SMDATA_15_9lpfaRMAAAAlAAAACwAAAA0AAAAAhwwAAAAAAAA6GwAAsw4AAAAAAAAAAAAAAAAAAAEAAABQAAAAAAAAAAAA4D8AAAAAAADgPwAAAAAAAOA/AAAAAAAA4D8AAAAAAADgPwAAAAAAAOA/AAAAAAAA4D8AAAAAAADgPwAAAAAAAOA/AAAAAAAA4D8CAAAAjAAAAAEAAAACAAAA////AP///wgAAAAAAAAAAD0FGSCj8bAH5JJhLcx+bRAB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EAA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YAEAACowAABnDAAAMDsAAAAAAAAmAAAACAAAAP//////////"/>
                </a:ext>
              </a:extLst>
            </p:cNvSpPr>
            <p:nvPr/>
          </p:nvSpPr>
          <p:spPr>
            <a:xfrm>
              <a:off x="223520" y="7829550"/>
              <a:ext cx="1792605" cy="1791970"/>
            </a:xfrm>
            <a:custGeom>
              <a:avLst/>
              <a:gdLst/>
              <a:ahLst/>
              <a:cxnLst/>
              <a:rect l="0" t="0" r="1792605" b="1791970"/>
              <a:pathLst>
                <a:path w="1792605" h="1791970">
                  <a:moveTo>
                    <a:pt x="0" y="0"/>
                  </a:moveTo>
                  <a:lnTo>
                    <a:pt x="1792605" y="0"/>
                  </a:lnTo>
                  <a:lnTo>
                    <a:pt x="1792605" y="1791970"/>
                  </a:lnTo>
                  <a:lnTo>
                    <a:pt x="0" y="1791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stretch/>
            </a:blipFill>
            <a:ln>
              <a:noFill/>
            </a:ln>
            <a:effectLst/>
          </p:spPr>
        </p:sp>
        <p:sp>
          <p:nvSpPr>
            <p:cNvPr id="6" name="Freeform 10"/>
            <p:cNvSpPr>
              <a:extLst>
                <a:ext uri="smNativeData">
                  <pr:smNativeData xmlns:pr="smNativeData" xmlns="smNativeData" val="SMDATA_15_9lpfaRMAAAAlAAAACwAAAA0AAAAADhkAAAAAAADBJwAAsw4AAAAAAAAAAAAAAAAAAAEAAABQAAAAAAAAAAAA4D8AAAAAAADgPwAAAAAAAOA/AAAAAAAA4D8AAAAAAADgPwAAAAAAAOA/AAAAAAAA4D8AAAAAAADgPwAAAAAAAOA/AAAAAAAA4D8CAAAAjAAAAAEAAAACAAAA////AP///wgAAAAAAAAAAD0FGSCj8bAH5JJhLcx+bRAB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E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xgoAACowAADMFQAAMDsAAAAAAAAmAAAACAAAAP//////////"/>
                </a:ext>
              </a:extLst>
            </p:cNvSpPr>
            <p:nvPr/>
          </p:nvSpPr>
          <p:spPr>
            <a:xfrm>
              <a:off x="1751330" y="7829550"/>
              <a:ext cx="1791970" cy="1791970"/>
            </a:xfrm>
            <a:custGeom>
              <a:avLst/>
              <a:gdLst/>
              <a:ahLst/>
              <a:cxnLst/>
              <a:rect l="0" t="0" r="1791970" b="1791970"/>
              <a:pathLst>
                <a:path w="1791970" h="1791970">
                  <a:moveTo>
                    <a:pt x="0" y="0"/>
                  </a:moveTo>
                  <a:lnTo>
                    <a:pt x="1791970" y="0"/>
                  </a:lnTo>
                  <a:lnTo>
                    <a:pt x="1791970" y="1791970"/>
                  </a:lnTo>
                  <a:lnTo>
                    <a:pt x="0" y="1791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stretch/>
            </a:blipFill>
            <a:ln>
              <a:noFill/>
            </a:ln>
            <a:effectLst/>
          </p:spPr>
        </p:sp>
      </p:grpSp>
      <p:pic>
        <p:nvPicPr>
          <p:cNvPr id="9" name="Picture 10"/>
          <p:cNvPicPr>
            <a:picLocks noChangeAspect="1"/>
            <a:extLst>
              <a:ext uri="smNativeData">
                <pr:smNativeData xmlns:pr="smNativeData" xmlns="smNativeData" val="SMDATA_17_9lpfaRMAAAAlAAAAEQAAAC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+BvQX///8BAAAAAAAAAAAAAAAAAAAAAAAAAAAAAAAAAAAAAAAAAAAAAAACf39/AO7s4QPMzMwAwMD/AH9/fwAAAAAAAAAAAAAAAAD///8AAAAAACEAAAAYAAAAFAAAAJBCAAAAAAAAA3EAAEg/AAAQAAAAJgAAAAgAAAD//////////w=="/>
              </a:ext>
            </a:extLst>
          </p:cNvPicPr>
          <p:nvPr/>
        </p:nvPicPr>
        <p:blipFill>
          <a:blip r:embed="rId4"/>
          <a:stretch>
            <a:fillRect/>
          </a:stretch>
        </p:blipFill>
        <p:spPr>
          <a:xfrm>
            <a:off x="10820400" y="0"/>
            <a:ext cx="7550785" cy="1028700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resentation">
  <a:themeElements>
    <a:clrScheme name="Presentation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resentation">
      <a:majorFont>
        <a:latin typeface="Calibri"/>
        <a:ea typeface="Calibri"/>
        <a:cs typeface="Calibri"/>
      </a:majorFont>
      <a:minorFont>
        <a:latin typeface="Calibri"/>
        <a:ea typeface="Calibri"/>
        <a:cs typeface="Calibr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>
        <a:prstTxWarp prst="textNoShape">
          <a:avLst/>
        </a:prstTxWarp>
        <a:noAutofit/>
      </a:bodyPr>
      <a:lstStyle>
        <a:defPPr>
          <a:defRPr/>
        </a:defPPr>
      </a:lstStyle>
      <a:style>
        <a:lnRef idx="0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resentation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Privacy-Preserving Federated Learning  </dc:title>
  <dc:subject/>
  <dc:creator/>
  <cp:keywords/>
  <dc:description>Presentation - Privacy-Preserving Federated Learning  </dc:description>
  <cp:lastModifiedBy>skye</cp:lastModifiedBy>
  <cp:revision>0</cp:revision>
  <dcterms:created xsi:type="dcterms:W3CDTF">2006-08-16T00:00:00Z</dcterms:created>
  <dcterms:modified xsi:type="dcterms:W3CDTF">2026-01-08T07:21:26Z</dcterms:modified>
</cp:coreProperties>
</file>